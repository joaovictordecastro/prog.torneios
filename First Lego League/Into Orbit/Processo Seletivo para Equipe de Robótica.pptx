
<file path=[Content_Types].xml><?xml version="1.0" encoding="utf-8"?>
<Types xmlns="http://schemas.openxmlformats.org/package/2006/content-types">
  <Default Extension="pdf" ContentType="image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8" autoAdjust="0"/>
    <p:restoredTop sz="94671" autoAdjust="0"/>
  </p:normalViewPr>
  <p:slideViewPr>
    <p:cSldViewPr>
      <p:cViewPr>
        <p:scale>
          <a:sx n="71" d="100"/>
          <a:sy n="71" d="100"/>
        </p:scale>
        <p:origin x="-131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pt-BR" smtClean="0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pt-BR" smtClean="0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8F2713F7-9C83-421D-B625-E1BEC2B5ABAA}" type="datetimeFigureOut">
              <a:rPr lang="pt-BR" smtClean="0"/>
              <a:t>03/09/2018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9D754CD2-172A-4B8A-A15C-EEBAFF48058C}" type="slidenum">
              <a:rPr lang="pt-BR" smtClean="0"/>
              <a:t>‹nº›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d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ortaldaindustria.com.br/sesi/canais/torneio-de-robotica/?ut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267744" y="692696"/>
            <a:ext cx="4419600" cy="180020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4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 Seletivo para Equipe de Robótica </a:t>
            </a:r>
            <a:endParaRPr lang="pt-BR" sz="4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18490" y="4653136"/>
            <a:ext cx="6558125" cy="1512168"/>
          </a:xfrm>
        </p:spPr>
        <p:txBody>
          <a:bodyPr>
            <a:normAutofit/>
          </a:bodyPr>
          <a:lstStyle/>
          <a:p>
            <a:pPr algn="l"/>
            <a:r>
              <a:rPr lang="pt-BR" sz="2400" dirty="0" smtClean="0"/>
              <a:t>Aluno : João Victor de Castro P. Faria</a:t>
            </a:r>
          </a:p>
          <a:p>
            <a:pPr algn="l"/>
            <a:r>
              <a:rPr lang="pt-BR" sz="2400" dirty="0" smtClean="0"/>
              <a:t>Turma : 7° ano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341961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476672"/>
            <a:ext cx="8229600" cy="936104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que são os Core Values propostos pelo FLL?</a:t>
            </a:r>
            <a:r>
              <a:rPr lang="pt-BR" sz="2800" dirty="0" smtClean="0"/>
              <a:t/>
            </a:r>
            <a:br>
              <a:rPr lang="pt-BR" sz="2800" dirty="0" smtClean="0"/>
            </a:br>
            <a:endParaRPr lang="pt-BR" sz="28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7584" y="1052736"/>
            <a:ext cx="7520940" cy="3579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pt-BR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Descoberta: Explorar habilidades e ideias </a:t>
            </a:r>
            <a:r>
              <a:rPr lang="pt-B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novas.</a:t>
            </a:r>
            <a:endParaRPr lang="pt-BR" sz="20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-Inovação: usar a criatividade e a persistência para</a:t>
            </a:r>
          </a:p>
          <a:p>
            <a:pPr marL="0" indent="0">
              <a:buNone/>
            </a:pPr>
            <a:r>
              <a:rPr lang="pt-B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Resolver problemas.</a:t>
            </a:r>
          </a:p>
          <a:p>
            <a:pPr marL="0" indent="0">
              <a:buNone/>
            </a:pPr>
            <a:r>
              <a:rPr lang="pt-B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-Impacto: Aplicar o que você aprendeu para melhorar o mundo em que vivemos.</a:t>
            </a:r>
          </a:p>
          <a:p>
            <a:pPr marL="0" indent="0">
              <a:buNone/>
            </a:pPr>
            <a:r>
              <a:rPr lang="pt-B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-Inclusão: Respeitar uns aos outros e aceitar as diferenças.</a:t>
            </a:r>
          </a:p>
          <a:p>
            <a:pPr marL="0" indent="0">
              <a:buNone/>
            </a:pPr>
            <a:r>
              <a:rPr lang="pt-B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-Trabalho em equipe: Somos mais fortes quando trabalhamos juntos.</a:t>
            </a:r>
          </a:p>
          <a:p>
            <a:pPr marL="0" indent="0">
              <a:buNone/>
            </a:pPr>
            <a:r>
              <a:rPr lang="pt-BR" sz="2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-Diversão: admirar e celebrar aquilo que fizemos.</a:t>
            </a:r>
          </a:p>
        </p:txBody>
      </p:sp>
    </p:spTree>
    <p:extLst>
      <p:ext uri="{BB962C8B-B14F-4D97-AF65-F5344CB8AC3E}">
        <p14:creationId xmlns:p14="http://schemas.microsoft.com/office/powerpoint/2010/main" val="586210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qual ou quais deles você se encaixa ?</a:t>
            </a:r>
            <a:endParaRPr lang="pt-B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7584" y="1124744"/>
            <a:ext cx="7520940" cy="3579849"/>
          </a:xfrm>
        </p:spPr>
        <p:txBody>
          <a:bodyPr/>
          <a:lstStyle/>
          <a:p>
            <a:pPr marL="0" indent="0" algn="just">
              <a:buNone/>
            </a:pPr>
            <a:r>
              <a:rPr lang="pt-B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 acho que o que eu mais me encaixo é o de trabalho em equipe pois, gosto de trocar ideia e conhecimento com os outros. E também gosto de trabalhar com outras pessoas pois, duas cabeças pensam mais que uma e com isso podemos perceber algo de errado que o outro não percebeu. </a:t>
            </a:r>
          </a:p>
          <a:p>
            <a:pPr marL="0" indent="0" algn="just">
              <a:buNone/>
            </a:pPr>
            <a:r>
              <a:rPr lang="pt-B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Mais quero e vou aplicar todos os Core Values!</a:t>
            </a:r>
            <a:r>
              <a:rPr lang="pt-B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pt-B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7484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smtClean="0"/>
              <a:t>Visão geral da mesa 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475656" y="2492896"/>
            <a:ext cx="5760640" cy="3816424"/>
          </a:xfr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04864" y="-171400"/>
            <a:ext cx="14935200" cy="773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6908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Faça uma base-prova </a:t>
            </a:r>
            <a:endParaRPr lang="pt-B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parte que eu escolhi foi a m11 Escape </a:t>
            </a:r>
            <a:r>
              <a:rPr lang="pt-BR" sz="2400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velocity</a:t>
            </a:r>
            <a:endParaRPr lang="pt-BR" sz="24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pt-B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 consiste em: O robô precisa pressionar/bater o Acionador forte o suficiente para fazer a nave espacial permanecer no alto.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9414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minha ideia é:</a:t>
            </a:r>
            <a:endParaRPr lang="pt-BR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pt-BR" sz="24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Fazer um robô que tenha um uma roda/pneu que esteja  uns 20/30 cm de altura , e quando ele chegasse perto do objetivo as peças que seguram o pneu lá em cima tombem mais sem soltar do resto do robô.</a:t>
            </a:r>
          </a:p>
          <a:p>
            <a:pPr marL="0" indent="0" algn="ctr">
              <a:buNone/>
            </a:pPr>
            <a:r>
              <a:rPr lang="pt-BR" sz="4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Conclusão.</a:t>
            </a:r>
          </a:p>
          <a:p>
            <a:pPr marL="0" indent="0">
              <a:buNone/>
            </a:pPr>
            <a:r>
              <a:rPr lang="pt-BR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Quando o pneu tombar ele vai pegar tanto impulso que vai acionar o  acionador e a nave subirá.</a:t>
            </a:r>
            <a:endParaRPr lang="pt-BR" sz="2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5980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2960" y="692696"/>
            <a:ext cx="7520940" cy="936104"/>
          </a:xfrm>
        </p:spPr>
        <p:txBody>
          <a:bodyPr/>
          <a:lstStyle/>
          <a:p>
            <a:pPr algn="ctr"/>
            <a:r>
              <a:rPr lang="pt-BR" sz="2400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Fonte: </a:t>
            </a:r>
            <a:r>
              <a:rPr lang="pt-BR" sz="2400" i="1" u="sng" dirty="0">
                <a:hlinkClick r:id="rId2"/>
              </a:rPr>
              <a:t>http://www.portaldaindustria.com.br/sesi/canais/torneio-de-robotica/?utm</a:t>
            </a:r>
            <a:r>
              <a:rPr lang="pt-BR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/>
            </a:r>
            <a:br>
              <a:rPr lang="pt-BR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</a:br>
            <a:endParaRPr lang="pt-BR" sz="24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22960" y="1916832"/>
            <a:ext cx="7520940" cy="276364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800" dirty="0" smtClean="0"/>
              <a:t>Obrigado pela atenção de todos!!!</a:t>
            </a:r>
          </a:p>
          <a:p>
            <a:pPr marL="0" indent="0" algn="ctr">
              <a:buNone/>
            </a:pPr>
            <a:endParaRPr lang="pt-BR" sz="2800" dirty="0"/>
          </a:p>
          <a:p>
            <a:pPr marL="0" indent="0" algn="ctr">
              <a:buNone/>
            </a:pPr>
            <a:r>
              <a:rPr lang="pt-BR" sz="9600" i="1" u="sng" dirty="0" smtClean="0"/>
              <a:t>Fim!!</a:t>
            </a:r>
          </a:p>
          <a:p>
            <a:pPr marL="0" indent="0" algn="ctr">
              <a:buNone/>
            </a:pP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4504669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Ângulos">
  <a:themeElements>
    <a:clrScheme name="Ângulo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Ângulos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Ângulo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285</TotalTime>
  <Words>300</Words>
  <Application>Microsoft Office PowerPoint</Application>
  <PresentationFormat>Apresentação na tela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Ângulos</vt:lpstr>
      <vt:lpstr>Processo Seletivo para Equipe de Robótica </vt:lpstr>
      <vt:lpstr>O que são os Core Values propostos pelo FLL? </vt:lpstr>
      <vt:lpstr>Em qual ou quais deles você se encaixa ?</vt:lpstr>
      <vt:lpstr>Visão geral da mesa </vt:lpstr>
      <vt:lpstr>Faça uma base-prova </vt:lpstr>
      <vt:lpstr>A minha ideia é:</vt:lpstr>
      <vt:lpstr>Fonte: http://www.portaldaindustria.com.br/sesi/canais/torneio-de-robotica/?utm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Processo seletivo para equipe de robótica</dc:title>
  <dc:creator>Usuario</dc:creator>
  <cp:lastModifiedBy>Usuario</cp:lastModifiedBy>
  <cp:revision>12</cp:revision>
  <dcterms:created xsi:type="dcterms:W3CDTF">2018-09-02T20:01:10Z</dcterms:created>
  <dcterms:modified xsi:type="dcterms:W3CDTF">2018-09-03T17:55:45Z</dcterms:modified>
</cp:coreProperties>
</file>