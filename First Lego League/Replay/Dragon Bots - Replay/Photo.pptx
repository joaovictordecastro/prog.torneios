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80" y="3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22E77E-F4BF-48D4-BE67-6CA0CBFBE1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D01AB7E-2348-4B61-A8BB-E393A3A27E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E89188C-D752-4928-A511-CC5AEB0B5A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11AD9-C9A7-4A7B-A2C6-B98D8F45983C}" type="datetimeFigureOut">
              <a:rPr lang="pt-BR" smtClean="0"/>
              <a:t>03/05/2021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9B1EA0E-F033-4398-AF6A-49E18D5F87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83D1F9E-C13A-4DC5-B8B8-9257C9CBE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9208E-C23A-43D0-910A-91AD065AF61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794248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51B1F6-5010-4688-9CD3-D574C6C37D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A89FBE2-3501-4F6F-8C48-AE49771512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33FA9D7-2401-4405-83BE-5E298C720A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11AD9-C9A7-4A7B-A2C6-B98D8F45983C}" type="datetimeFigureOut">
              <a:rPr lang="pt-BR" smtClean="0"/>
              <a:t>03/05/2021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907136B-8C08-4AF2-8BDB-6AAD6392EC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1B4034D-5055-4DAD-B223-CA803A542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9208E-C23A-43D0-910A-91AD065AF61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410275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0CA22F-4D47-4121-A3D2-4795C036AD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94A8A98-FD86-47DD-A631-F3D81880C9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84433B1-ABE3-4A47-B7C0-29C8E1635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11AD9-C9A7-4A7B-A2C6-B98D8F45983C}" type="datetimeFigureOut">
              <a:rPr lang="pt-BR" smtClean="0"/>
              <a:t>03/05/2021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19F5F80-2D2B-4969-9105-5E70BE833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AFC7C8D-213A-4C5A-9D0B-59B183A36D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9208E-C23A-43D0-910A-91AD065AF61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233384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423573-FE16-4DDD-B2D4-893317D7BD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8476A43-CD31-4FEA-A4EC-A9A6135E20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3361C24-82DD-4606-A9E3-C4A1469DFA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6FED6ED-A62D-4A2B-96F2-9A936DBBD7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11AD9-C9A7-4A7B-A2C6-B98D8F45983C}" type="datetimeFigureOut">
              <a:rPr lang="pt-BR" smtClean="0"/>
              <a:t>03/05/2021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5D075AA-C0C4-4A1A-9F9A-A382F4D1F3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6F924F7-3B33-444D-A89F-33FB6E909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9208E-C23A-43D0-910A-91AD065AF61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475816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22F646-6E77-4938-B55A-E59A26D3FE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D58108D-79D6-4FBE-BCF7-14BF507666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A4D09E9-7625-407E-9E9D-177CD539E3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41E961F-FA85-43B0-B272-780EC25A48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7DC11D21-01A4-4DD4-8534-727CD078FC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1DB756A8-93B3-41B9-9FAA-1A9646DF1E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11AD9-C9A7-4A7B-A2C6-B98D8F45983C}" type="datetimeFigureOut">
              <a:rPr lang="pt-BR" smtClean="0"/>
              <a:t>03/05/2021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E8FAFA12-20E4-4AD4-8DD5-7A40B54017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7F1A4751-C43A-4440-93BA-2365BA161B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9208E-C23A-43D0-910A-91AD065AF61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634535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36F8A6-C554-4C4B-A9DC-581E754B8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ED6250E-8F90-42BB-B8B7-B0A40989C1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11AD9-C9A7-4A7B-A2C6-B98D8F45983C}" type="datetimeFigureOut">
              <a:rPr lang="pt-BR" smtClean="0"/>
              <a:t>03/05/2021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7DC7F4F3-0624-47B0-88F6-F5FE5F91C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FA4EB4C2-E2AB-4AC8-A184-265EF396A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9208E-C23A-43D0-910A-91AD065AF61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576586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4405161F-0769-4D12-BD32-31C5398AC3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11AD9-C9A7-4A7B-A2C6-B98D8F45983C}" type="datetimeFigureOut">
              <a:rPr lang="pt-BR" smtClean="0"/>
              <a:t>03/05/2021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79788C8-51DC-40B5-90B7-04C523CE6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A696602-92B0-4DCB-A628-576AD8884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9208E-C23A-43D0-910A-91AD065AF61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364175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7CDA6A-77E0-4F18-A180-0880635461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5B0EE2A-EB82-455F-8269-60F52B02FC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4991A13-601C-4D66-9147-6F5091CF6D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3C1D93D-AD77-4579-B4F8-F034DBE5A1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11AD9-C9A7-4A7B-A2C6-B98D8F45983C}" type="datetimeFigureOut">
              <a:rPr lang="pt-BR" smtClean="0"/>
              <a:t>03/05/2021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1DAB9A4-7B9A-469B-B009-8B11CA1F5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C39D3C5-2E34-4E00-B688-FF7D2E1D4E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9208E-C23A-43D0-910A-91AD065AF61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641651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BB8584-5B01-4241-BB46-1F0D4F077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D721BF8B-8D92-45DE-958E-78B665CE9D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625AF74-C1E4-4198-9158-37C1D46978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1D639D0-B4BE-433A-94BE-ACD27C0693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11AD9-C9A7-4A7B-A2C6-B98D8F45983C}" type="datetimeFigureOut">
              <a:rPr lang="pt-BR" smtClean="0"/>
              <a:t>03/05/2021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8423272-C73F-4099-B8C1-9CBCA3377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32A5CEA-F519-479F-8B34-3C2A2C2AD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9208E-C23A-43D0-910A-91AD065AF61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51694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A5F1E8-BE4C-491A-9507-E9956E12DB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2A02CBB-7FF3-47A8-9AC2-EE38D2FA92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ABC5B91-E2C7-4D17-8F44-55C3F17DD3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11AD9-C9A7-4A7B-A2C6-B98D8F45983C}" type="datetimeFigureOut">
              <a:rPr lang="pt-BR" smtClean="0"/>
              <a:t>03/05/2021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AABD93E-A7F0-45DD-BE32-67F43BA6A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5C49392-8625-4FFD-8CFE-8491FE8B7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9208E-C23A-43D0-910A-91AD065AF61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273745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40229F5-0377-42D2-B3F0-F8363C4191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2EADEEC-061E-4668-AA27-B913D5FF8D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ECA1DC-5C2A-4811-91B4-CE42086180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11AD9-C9A7-4A7B-A2C6-B98D8F45983C}" type="datetimeFigureOut">
              <a:rPr lang="pt-BR" smtClean="0"/>
              <a:t>03/05/2021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36D0F10-C8F7-48B8-8BC5-A75C2C635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47DECAB-C549-432A-B56D-D798B07A9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9208E-C23A-43D0-910A-91AD065AF61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828613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5C8F9712-0371-4BDF-AAE1-7D51C894AE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FD49A7E-6157-4E86-9FD4-812C816212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503B26A-A150-4FDE-A91E-A96BA444A1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411AD9-C9A7-4A7B-A2C6-B98D8F45983C}" type="datetimeFigureOut">
              <a:rPr lang="pt-BR" smtClean="0"/>
              <a:t>03/05/2021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8B9462E-1F32-4D60-8FB1-E6259E4491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DA61463-C376-4B1E-968D-6CAEEC6D99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B9208E-C23A-43D0-910A-91AD065AF61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667365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1284CA7F-B696-4085-84C6-CD668817E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6050278" cy="3400925"/>
          </a:xfrm>
          <a:custGeom>
            <a:avLst/>
            <a:gdLst>
              <a:gd name="connsiteX0" fmla="*/ 0 w 6050278"/>
              <a:gd name="connsiteY0" fmla="*/ 0 h 3400925"/>
              <a:gd name="connsiteX1" fmla="*/ 6050278 w 6050278"/>
              <a:gd name="connsiteY1" fmla="*/ 0 h 3400925"/>
              <a:gd name="connsiteX2" fmla="*/ 6050278 w 6050278"/>
              <a:gd name="connsiteY2" fmla="*/ 1827306 h 3400925"/>
              <a:gd name="connsiteX3" fmla="*/ 3892296 w 6050278"/>
              <a:gd name="connsiteY3" fmla="*/ 1827306 h 3400925"/>
              <a:gd name="connsiteX4" fmla="*/ 3892296 w 6050278"/>
              <a:gd name="connsiteY4" fmla="*/ 3400925 h 3400925"/>
              <a:gd name="connsiteX5" fmla="*/ 0 w 6050278"/>
              <a:gd name="connsiteY5" fmla="*/ 3400925 h 3400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50278" h="3400925">
                <a:moveTo>
                  <a:pt x="0" y="0"/>
                </a:moveTo>
                <a:lnTo>
                  <a:pt x="6050278" y="0"/>
                </a:lnTo>
                <a:lnTo>
                  <a:pt x="6050278" y="1827306"/>
                </a:lnTo>
                <a:lnTo>
                  <a:pt x="3892296" y="1827306"/>
                </a:lnTo>
                <a:lnTo>
                  <a:pt x="3892296" y="3400925"/>
                </a:lnTo>
                <a:lnTo>
                  <a:pt x="0" y="3400925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858A10F4-B847-4777-BC82-782F6FB36E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41722" y="1"/>
            <a:ext cx="6050278" cy="3400925"/>
          </a:xfrm>
          <a:custGeom>
            <a:avLst/>
            <a:gdLst>
              <a:gd name="connsiteX0" fmla="*/ 0 w 6050278"/>
              <a:gd name="connsiteY0" fmla="*/ 0 h 3400925"/>
              <a:gd name="connsiteX1" fmla="*/ 6050278 w 6050278"/>
              <a:gd name="connsiteY1" fmla="*/ 0 h 3400925"/>
              <a:gd name="connsiteX2" fmla="*/ 6050278 w 6050278"/>
              <a:gd name="connsiteY2" fmla="*/ 3400925 h 3400925"/>
              <a:gd name="connsiteX3" fmla="*/ 2157982 w 6050278"/>
              <a:gd name="connsiteY3" fmla="*/ 3400925 h 3400925"/>
              <a:gd name="connsiteX4" fmla="*/ 2157982 w 6050278"/>
              <a:gd name="connsiteY4" fmla="*/ 1827306 h 3400925"/>
              <a:gd name="connsiteX5" fmla="*/ 0 w 6050278"/>
              <a:gd name="connsiteY5" fmla="*/ 1827306 h 3400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50278" h="3400925">
                <a:moveTo>
                  <a:pt x="0" y="0"/>
                </a:moveTo>
                <a:lnTo>
                  <a:pt x="6050278" y="0"/>
                </a:lnTo>
                <a:lnTo>
                  <a:pt x="6050278" y="3400925"/>
                </a:lnTo>
                <a:lnTo>
                  <a:pt x="2157982" y="3400925"/>
                </a:lnTo>
                <a:lnTo>
                  <a:pt x="2157982" y="1827306"/>
                </a:lnTo>
                <a:lnTo>
                  <a:pt x="0" y="1827306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8883B597-C9A1-46EF-AB6B-71DF0B1ED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489159"/>
            <a:ext cx="6050278" cy="3368841"/>
          </a:xfrm>
          <a:custGeom>
            <a:avLst/>
            <a:gdLst>
              <a:gd name="connsiteX0" fmla="*/ 0 w 6050278"/>
              <a:gd name="connsiteY0" fmla="*/ 0 h 3368841"/>
              <a:gd name="connsiteX1" fmla="*/ 3892296 w 6050278"/>
              <a:gd name="connsiteY1" fmla="*/ 0 h 3368841"/>
              <a:gd name="connsiteX2" fmla="*/ 3892296 w 6050278"/>
              <a:gd name="connsiteY2" fmla="*/ 1541535 h 3368841"/>
              <a:gd name="connsiteX3" fmla="*/ 6050278 w 6050278"/>
              <a:gd name="connsiteY3" fmla="*/ 1541535 h 3368841"/>
              <a:gd name="connsiteX4" fmla="*/ 6050278 w 6050278"/>
              <a:gd name="connsiteY4" fmla="*/ 3368841 h 3368841"/>
              <a:gd name="connsiteX5" fmla="*/ 0 w 6050278"/>
              <a:gd name="connsiteY5" fmla="*/ 3368841 h 33688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50278" h="3368841">
                <a:moveTo>
                  <a:pt x="0" y="0"/>
                </a:moveTo>
                <a:lnTo>
                  <a:pt x="3892296" y="0"/>
                </a:lnTo>
                <a:lnTo>
                  <a:pt x="3892296" y="1541535"/>
                </a:lnTo>
                <a:lnTo>
                  <a:pt x="6050278" y="1541535"/>
                </a:lnTo>
                <a:lnTo>
                  <a:pt x="6050278" y="3368841"/>
                </a:lnTo>
                <a:lnTo>
                  <a:pt x="0" y="3368841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A0B38421-369F-445C-9543-5BC17BC090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41722" y="3489159"/>
            <a:ext cx="6050278" cy="3368841"/>
          </a:xfrm>
          <a:custGeom>
            <a:avLst/>
            <a:gdLst>
              <a:gd name="connsiteX0" fmla="*/ 2157982 w 6050278"/>
              <a:gd name="connsiteY0" fmla="*/ 0 h 3368841"/>
              <a:gd name="connsiteX1" fmla="*/ 6050278 w 6050278"/>
              <a:gd name="connsiteY1" fmla="*/ 0 h 3368841"/>
              <a:gd name="connsiteX2" fmla="*/ 6050278 w 6050278"/>
              <a:gd name="connsiteY2" fmla="*/ 3368841 h 3368841"/>
              <a:gd name="connsiteX3" fmla="*/ 0 w 6050278"/>
              <a:gd name="connsiteY3" fmla="*/ 3368841 h 3368841"/>
              <a:gd name="connsiteX4" fmla="*/ 0 w 6050278"/>
              <a:gd name="connsiteY4" fmla="*/ 1541535 h 3368841"/>
              <a:gd name="connsiteX5" fmla="*/ 2157982 w 6050278"/>
              <a:gd name="connsiteY5" fmla="*/ 1541535 h 33688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50278" h="3368841">
                <a:moveTo>
                  <a:pt x="2157982" y="0"/>
                </a:moveTo>
                <a:lnTo>
                  <a:pt x="6050278" y="0"/>
                </a:lnTo>
                <a:lnTo>
                  <a:pt x="6050278" y="3368841"/>
                </a:lnTo>
                <a:lnTo>
                  <a:pt x="0" y="3368841"/>
                </a:lnTo>
                <a:lnTo>
                  <a:pt x="0" y="1541535"/>
                </a:lnTo>
                <a:lnTo>
                  <a:pt x="2157982" y="1541535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FAA9CE81-CAF0-41E3-8E73-CAFA13A0B1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83736" y="1918638"/>
            <a:ext cx="4224528" cy="3020725"/>
          </a:xfrm>
          <a:custGeom>
            <a:avLst/>
            <a:gdLst>
              <a:gd name="connsiteX0" fmla="*/ 0 w 4224528"/>
              <a:gd name="connsiteY0" fmla="*/ 0 h 3020725"/>
              <a:gd name="connsiteX1" fmla="*/ 4224528 w 4224528"/>
              <a:gd name="connsiteY1" fmla="*/ 0 h 3020725"/>
              <a:gd name="connsiteX2" fmla="*/ 4224528 w 4224528"/>
              <a:gd name="connsiteY2" fmla="*/ 3020725 h 3020725"/>
              <a:gd name="connsiteX3" fmla="*/ 0 w 4224528"/>
              <a:gd name="connsiteY3" fmla="*/ 3020725 h 3020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24528" h="3020725">
                <a:moveTo>
                  <a:pt x="0" y="0"/>
                </a:moveTo>
                <a:lnTo>
                  <a:pt x="4224528" y="0"/>
                </a:lnTo>
                <a:lnTo>
                  <a:pt x="4224528" y="3020725"/>
                </a:lnTo>
                <a:lnTo>
                  <a:pt x="0" y="3020725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9" name="Imagem 18" descr="Máquina de costura branca em cima&#10;&#10;Descrição gerada automaticamente com confiança média">
            <a:extLst>
              <a:ext uri="{FF2B5EF4-FFF2-40B4-BE49-F238E27FC236}">
                <a16:creationId xmlns:a16="http://schemas.microsoft.com/office/drawing/2014/main" id="{06147610-DF25-4250-8342-11FE3E38DC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38644" y="54776"/>
            <a:ext cx="4388498" cy="3291374"/>
          </a:xfrm>
          <a:prstGeom prst="rect">
            <a:avLst/>
          </a:prstGeom>
        </p:spPr>
      </p:pic>
      <p:pic>
        <p:nvPicPr>
          <p:cNvPr id="23" name="Imagem 22" descr="Imagem de vídeo game&#10;&#10;Descrição gerada automaticamente com confiança média">
            <a:extLst>
              <a:ext uri="{FF2B5EF4-FFF2-40B4-BE49-F238E27FC236}">
                <a16:creationId xmlns:a16="http://schemas.microsoft.com/office/drawing/2014/main" id="{116F5F86-29E8-47FE-8E82-2B17F752D4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38644" y="3293713"/>
            <a:ext cx="4388400" cy="3291300"/>
          </a:xfrm>
          <a:prstGeom prst="rect">
            <a:avLst/>
          </a:prstGeom>
        </p:spPr>
      </p:pic>
      <p:pic>
        <p:nvPicPr>
          <p:cNvPr id="27" name="Imagem 26" descr="Aparelho de vídeo game&#10;&#10;Descrição gerada automaticamente com confiança média">
            <a:extLst>
              <a:ext uri="{FF2B5EF4-FFF2-40B4-BE49-F238E27FC236}">
                <a16:creationId xmlns:a16="http://schemas.microsoft.com/office/drawing/2014/main" id="{A4511DDE-B3A9-40C0-A9FA-9F6D5F855AD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6889" y="0"/>
            <a:ext cx="4791538" cy="3593654"/>
          </a:xfrm>
          <a:prstGeom prst="rect">
            <a:avLst/>
          </a:prstGeom>
        </p:spPr>
      </p:pic>
      <p:pic>
        <p:nvPicPr>
          <p:cNvPr id="30" name="Imagem 29" descr="Imagem de vídeo game&#10;&#10;Descrição gerada automaticamente com confiança média">
            <a:extLst>
              <a:ext uri="{FF2B5EF4-FFF2-40B4-BE49-F238E27FC236}">
                <a16:creationId xmlns:a16="http://schemas.microsoft.com/office/drawing/2014/main" id="{5014284E-DC8F-4EDC-B236-61176AFEB37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6112" y="3511799"/>
            <a:ext cx="4674637" cy="3505978"/>
          </a:xfrm>
          <a:prstGeom prst="rect">
            <a:avLst/>
          </a:prstGeom>
        </p:spPr>
      </p:pic>
      <p:pic>
        <p:nvPicPr>
          <p:cNvPr id="32" name="Imagem 31" descr="Tela de jogo de vídeo game&#10;&#10;Descrição gerada automaticamente com confiança média">
            <a:extLst>
              <a:ext uri="{FF2B5EF4-FFF2-40B4-BE49-F238E27FC236}">
                <a16:creationId xmlns:a16="http://schemas.microsoft.com/office/drawing/2014/main" id="{21B4F4CA-8E2F-4E2B-8D2A-2A2CAF52DD1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7522" y="1782117"/>
            <a:ext cx="4388400" cy="3291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07259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do Office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JOÃO VICTOR DE CASTRO PINTO FARIA</dc:creator>
  <cp:lastModifiedBy>JOÃO VICTOR DE CASTRO PINTO FARIA</cp:lastModifiedBy>
  <cp:revision>1</cp:revision>
  <dcterms:created xsi:type="dcterms:W3CDTF">2021-05-03T21:31:37Z</dcterms:created>
  <dcterms:modified xsi:type="dcterms:W3CDTF">2021-05-03T21:39:52Z</dcterms:modified>
</cp:coreProperties>
</file>