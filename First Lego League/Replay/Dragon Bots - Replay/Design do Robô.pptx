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3" r:id="rId1"/>
  </p:sldMasterIdLst>
  <p:sldIdLst>
    <p:sldId id="256" r:id="rId2"/>
    <p:sldId id="257" r:id="rId3"/>
    <p:sldId id="260" r:id="rId4"/>
    <p:sldId id="275" r:id="rId5"/>
    <p:sldId id="259" r:id="rId6"/>
    <p:sldId id="262" r:id="rId7"/>
    <p:sldId id="274" r:id="rId8"/>
    <p:sldId id="272" r:id="rId9"/>
    <p:sldId id="264" r:id="rId10"/>
    <p:sldId id="271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A521"/>
    <a:srgbClr val="D3F3E1"/>
    <a:srgbClr val="FBBA03"/>
    <a:srgbClr val="FEC200"/>
    <a:srgbClr val="FFCF37"/>
    <a:srgbClr val="FFDC6D"/>
    <a:srgbClr val="EEB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2769AC-7306-4825-998F-61E0E726C3C9}" type="doc">
      <dgm:prSet loTypeId="urn:microsoft.com/office/officeart/2005/8/layout/matrix2" loCatId="matrix" qsTypeId="urn:microsoft.com/office/officeart/2005/8/quickstyle/simple3" qsCatId="simple" csTypeId="urn:microsoft.com/office/officeart/2005/8/colors/accent0_2" csCatId="mainScheme" phldr="1"/>
      <dgm:spPr/>
      <dgm:t>
        <a:bodyPr/>
        <a:lstStyle/>
        <a:p>
          <a:endParaRPr lang="pt-BR"/>
        </a:p>
      </dgm:t>
    </dgm:pt>
    <dgm:pt modelId="{8B2C90FD-7AF4-4F2E-B370-40F4447EF865}">
      <dgm:prSet phldrT="[Texto]" custT="1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pt-BR" sz="1400" b="1" dirty="0">
              <a:solidFill>
                <a:schemeClr val="bg1"/>
              </a:solidFill>
            </a:rPr>
            <a:t>Cabos organizados</a:t>
          </a:r>
        </a:p>
        <a:p>
          <a:r>
            <a:rPr lang="pt-BR" sz="1400" b="1" dirty="0">
              <a:solidFill>
                <a:schemeClr val="bg1"/>
              </a:solidFill>
            </a:rPr>
            <a:t>Centro de massa equilibrado</a:t>
          </a:r>
        </a:p>
        <a:p>
          <a:r>
            <a:rPr lang="pt-BR" sz="1400" b="1" dirty="0">
              <a:solidFill>
                <a:schemeClr val="bg1"/>
              </a:solidFill>
            </a:rPr>
            <a:t>Compacto</a:t>
          </a:r>
        </a:p>
        <a:p>
          <a:r>
            <a:rPr lang="pt-BR" sz="1400" b="1" dirty="0">
              <a:solidFill>
                <a:schemeClr val="bg1"/>
              </a:solidFill>
            </a:rPr>
            <a:t>Sensores de cor bem localizados</a:t>
          </a:r>
        </a:p>
        <a:p>
          <a:endParaRPr lang="pt-BR" sz="1400" dirty="0"/>
        </a:p>
      </dgm:t>
    </dgm:pt>
    <dgm:pt modelId="{DF3E7459-F596-4020-8BBE-574B781FBF43}" type="parTrans" cxnId="{8BC080DD-CB16-48A0-A740-6DA2BCBDA24F}">
      <dgm:prSet/>
      <dgm:spPr/>
      <dgm:t>
        <a:bodyPr/>
        <a:lstStyle/>
        <a:p>
          <a:endParaRPr lang="pt-BR"/>
        </a:p>
      </dgm:t>
    </dgm:pt>
    <dgm:pt modelId="{0137A9F3-8BF2-417E-AA73-083618ED573C}" type="sibTrans" cxnId="{8BC080DD-CB16-48A0-A740-6DA2BCBDA24F}">
      <dgm:prSet/>
      <dgm:spPr/>
      <dgm:t>
        <a:bodyPr/>
        <a:lstStyle/>
        <a:p>
          <a:endParaRPr lang="pt-BR"/>
        </a:p>
      </dgm:t>
    </dgm:pt>
    <dgm:pt modelId="{2F55C580-3FAE-4DD0-A0BC-E84F3B8B6CE0}">
      <dgm:prSet phldrT="[Texto]" custT="1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pt-BR" sz="1400" b="1" dirty="0">
              <a:solidFill>
                <a:schemeClr val="bg1"/>
              </a:solidFill>
            </a:rPr>
            <a:t>Sensores e motores de difícil retirada</a:t>
          </a:r>
        </a:p>
        <a:p>
          <a:r>
            <a:rPr lang="pt-BR" sz="1400" b="1" dirty="0">
              <a:solidFill>
                <a:schemeClr val="bg1"/>
              </a:solidFill>
            </a:rPr>
            <a:t>Robô levemente inclinado  </a:t>
          </a:r>
        </a:p>
      </dgm:t>
    </dgm:pt>
    <dgm:pt modelId="{01DE6940-48E6-4029-A2AF-D278A3B214E0}" type="parTrans" cxnId="{09ED9E86-05BA-4FC9-AE7F-415B0C28AA90}">
      <dgm:prSet/>
      <dgm:spPr/>
      <dgm:t>
        <a:bodyPr/>
        <a:lstStyle/>
        <a:p>
          <a:endParaRPr lang="pt-BR"/>
        </a:p>
      </dgm:t>
    </dgm:pt>
    <dgm:pt modelId="{9D37FC7A-DC12-4D7F-AEC9-0731FF897CA6}" type="sibTrans" cxnId="{09ED9E86-05BA-4FC9-AE7F-415B0C28AA90}">
      <dgm:prSet/>
      <dgm:spPr/>
      <dgm:t>
        <a:bodyPr/>
        <a:lstStyle/>
        <a:p>
          <a:endParaRPr lang="pt-BR"/>
        </a:p>
      </dgm:t>
    </dgm:pt>
    <dgm:pt modelId="{0B4CCD12-CE53-419B-85D9-B0B535F0FEF6}">
      <dgm:prSet phldrT="[Texto]" custT="1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pt-BR" sz="1400" b="1" dirty="0">
              <a:solidFill>
                <a:schemeClr val="bg1"/>
              </a:solidFill>
            </a:rPr>
            <a:t>Utilização de linhas </a:t>
          </a:r>
        </a:p>
        <a:p>
          <a:r>
            <a:rPr lang="pt-BR" sz="1400" b="1" dirty="0">
              <a:solidFill>
                <a:schemeClr val="bg1"/>
              </a:solidFill>
            </a:rPr>
            <a:t>Utilização das paredes para alinhamento </a:t>
          </a:r>
        </a:p>
        <a:p>
          <a:r>
            <a:rPr lang="pt-BR" sz="1400" b="1" dirty="0">
              <a:solidFill>
                <a:schemeClr val="bg1"/>
              </a:solidFill>
            </a:rPr>
            <a:t>Provas que podem ser resolvidas de forma passiva </a:t>
          </a:r>
        </a:p>
      </dgm:t>
    </dgm:pt>
    <dgm:pt modelId="{16FF8672-8D03-416F-81F2-6F01935BDF03}" type="parTrans" cxnId="{C0F9497B-98BD-4926-9FCD-F25DCAEC4629}">
      <dgm:prSet/>
      <dgm:spPr/>
      <dgm:t>
        <a:bodyPr/>
        <a:lstStyle/>
        <a:p>
          <a:endParaRPr lang="pt-BR"/>
        </a:p>
      </dgm:t>
    </dgm:pt>
    <dgm:pt modelId="{A750E31E-0918-48DC-B4F0-D14D7AC4E101}" type="sibTrans" cxnId="{C0F9497B-98BD-4926-9FCD-F25DCAEC4629}">
      <dgm:prSet/>
      <dgm:spPr/>
      <dgm:t>
        <a:bodyPr/>
        <a:lstStyle/>
        <a:p>
          <a:endParaRPr lang="pt-BR"/>
        </a:p>
      </dgm:t>
    </dgm:pt>
    <dgm:pt modelId="{E8D817C9-BE2D-4579-896B-666E84E35641}">
      <dgm:prSet phldrT="[Texto]" custT="1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pt-BR" sz="1400" b="1" dirty="0">
              <a:solidFill>
                <a:schemeClr val="bg1"/>
              </a:solidFill>
            </a:rPr>
            <a:t>Provas que precisam de garras com sistemas de transmissão complexos</a:t>
          </a:r>
        </a:p>
      </dgm:t>
    </dgm:pt>
    <dgm:pt modelId="{8C4C04D0-7E64-4D0B-B319-F963127D88D6}" type="parTrans" cxnId="{2AF23B4C-5C50-4EC5-853B-2B99E7D80E36}">
      <dgm:prSet/>
      <dgm:spPr/>
      <dgm:t>
        <a:bodyPr/>
        <a:lstStyle/>
        <a:p>
          <a:endParaRPr lang="pt-BR"/>
        </a:p>
      </dgm:t>
    </dgm:pt>
    <dgm:pt modelId="{4D39B953-DE34-4BB7-B39A-4EA66C4E18EC}" type="sibTrans" cxnId="{2AF23B4C-5C50-4EC5-853B-2B99E7D80E36}">
      <dgm:prSet/>
      <dgm:spPr/>
      <dgm:t>
        <a:bodyPr/>
        <a:lstStyle/>
        <a:p>
          <a:endParaRPr lang="pt-BR"/>
        </a:p>
      </dgm:t>
    </dgm:pt>
    <dgm:pt modelId="{2520B83B-277C-4E67-BEC8-DBD574BA1C4E}" type="pres">
      <dgm:prSet presAssocID="{E12769AC-7306-4825-998F-61E0E726C3C9}" presName="matrix" presStyleCnt="0">
        <dgm:presLayoutVars>
          <dgm:chMax val="1"/>
          <dgm:dir/>
          <dgm:resizeHandles val="exact"/>
        </dgm:presLayoutVars>
      </dgm:prSet>
      <dgm:spPr/>
    </dgm:pt>
    <dgm:pt modelId="{DB18BBB2-51E6-41E8-ACEA-04A8A63E78D1}" type="pres">
      <dgm:prSet presAssocID="{E12769AC-7306-4825-998F-61E0E726C3C9}" presName="axisShape" presStyleLbl="bgShp" presStyleIdx="0" presStyleCnt="1"/>
      <dgm:spPr>
        <a:solidFill>
          <a:schemeClr val="tx1"/>
        </a:solidFill>
        <a:ln>
          <a:solidFill>
            <a:schemeClr val="bg1"/>
          </a:solidFill>
        </a:ln>
      </dgm:spPr>
    </dgm:pt>
    <dgm:pt modelId="{311DE7BC-DD67-416C-8CA5-A6B958B90286}" type="pres">
      <dgm:prSet presAssocID="{E12769AC-7306-4825-998F-61E0E726C3C9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8FB79D8-BBB0-4DED-A738-62F46B85FC0B}" type="pres">
      <dgm:prSet presAssocID="{E12769AC-7306-4825-998F-61E0E726C3C9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D889D09-1EEE-4FFD-A654-10D870C8C6DE}" type="pres">
      <dgm:prSet presAssocID="{E12769AC-7306-4825-998F-61E0E726C3C9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23231CA-EE04-4603-87B0-04E152B4BD3C}" type="pres">
      <dgm:prSet presAssocID="{E12769AC-7306-4825-998F-61E0E726C3C9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6070039-4460-4D4D-860C-8DE2FECA4701}" type="presOf" srcId="{E8D817C9-BE2D-4579-896B-666E84E35641}" destId="{D23231CA-EE04-4603-87B0-04E152B4BD3C}" srcOrd="0" destOrd="0" presId="urn:microsoft.com/office/officeart/2005/8/layout/matrix2"/>
    <dgm:cxn modelId="{F17A854A-3CAA-4A6D-B328-A0DEA7D76256}" type="presOf" srcId="{2F55C580-3FAE-4DD0-A0BC-E84F3B8B6CE0}" destId="{68FB79D8-BBB0-4DED-A738-62F46B85FC0B}" srcOrd="0" destOrd="0" presId="urn:microsoft.com/office/officeart/2005/8/layout/matrix2"/>
    <dgm:cxn modelId="{2AF23B4C-5C50-4EC5-853B-2B99E7D80E36}" srcId="{E12769AC-7306-4825-998F-61E0E726C3C9}" destId="{E8D817C9-BE2D-4579-896B-666E84E35641}" srcOrd="3" destOrd="0" parTransId="{8C4C04D0-7E64-4D0B-B319-F963127D88D6}" sibTransId="{4D39B953-DE34-4BB7-B39A-4EA66C4E18EC}"/>
    <dgm:cxn modelId="{82D54B56-8E98-45A4-9FB6-C3FD39B1B8F0}" type="presOf" srcId="{8B2C90FD-7AF4-4F2E-B370-40F4447EF865}" destId="{311DE7BC-DD67-416C-8CA5-A6B958B90286}" srcOrd="0" destOrd="0" presId="urn:microsoft.com/office/officeart/2005/8/layout/matrix2"/>
    <dgm:cxn modelId="{C0F9497B-98BD-4926-9FCD-F25DCAEC4629}" srcId="{E12769AC-7306-4825-998F-61E0E726C3C9}" destId="{0B4CCD12-CE53-419B-85D9-B0B535F0FEF6}" srcOrd="2" destOrd="0" parTransId="{16FF8672-8D03-416F-81F2-6F01935BDF03}" sibTransId="{A750E31E-0918-48DC-B4F0-D14D7AC4E101}"/>
    <dgm:cxn modelId="{09ED9E86-05BA-4FC9-AE7F-415B0C28AA90}" srcId="{E12769AC-7306-4825-998F-61E0E726C3C9}" destId="{2F55C580-3FAE-4DD0-A0BC-E84F3B8B6CE0}" srcOrd="1" destOrd="0" parTransId="{01DE6940-48E6-4029-A2AF-D278A3B214E0}" sibTransId="{9D37FC7A-DC12-4D7F-AEC9-0731FF897CA6}"/>
    <dgm:cxn modelId="{95AE5E94-8335-442C-8861-4A86F6DF4B86}" type="presOf" srcId="{0B4CCD12-CE53-419B-85D9-B0B535F0FEF6}" destId="{DD889D09-1EEE-4FFD-A654-10D870C8C6DE}" srcOrd="0" destOrd="0" presId="urn:microsoft.com/office/officeart/2005/8/layout/matrix2"/>
    <dgm:cxn modelId="{1525ABC5-17A7-496A-93EA-2C1C97C0E05D}" type="presOf" srcId="{E12769AC-7306-4825-998F-61E0E726C3C9}" destId="{2520B83B-277C-4E67-BEC8-DBD574BA1C4E}" srcOrd="0" destOrd="0" presId="urn:microsoft.com/office/officeart/2005/8/layout/matrix2"/>
    <dgm:cxn modelId="{8BC080DD-CB16-48A0-A740-6DA2BCBDA24F}" srcId="{E12769AC-7306-4825-998F-61E0E726C3C9}" destId="{8B2C90FD-7AF4-4F2E-B370-40F4447EF865}" srcOrd="0" destOrd="0" parTransId="{DF3E7459-F596-4020-8BBE-574B781FBF43}" sibTransId="{0137A9F3-8BF2-417E-AA73-083618ED573C}"/>
    <dgm:cxn modelId="{5E7790DE-8257-41FE-B654-E45F7BAC94EC}" type="presParOf" srcId="{2520B83B-277C-4E67-BEC8-DBD574BA1C4E}" destId="{DB18BBB2-51E6-41E8-ACEA-04A8A63E78D1}" srcOrd="0" destOrd="0" presId="urn:microsoft.com/office/officeart/2005/8/layout/matrix2"/>
    <dgm:cxn modelId="{B0B1FEF4-FCB3-4360-9C6B-9FD778F72D3E}" type="presParOf" srcId="{2520B83B-277C-4E67-BEC8-DBD574BA1C4E}" destId="{311DE7BC-DD67-416C-8CA5-A6B958B90286}" srcOrd="1" destOrd="0" presId="urn:microsoft.com/office/officeart/2005/8/layout/matrix2"/>
    <dgm:cxn modelId="{CC84ED52-9879-4F57-B58B-DC94204C2018}" type="presParOf" srcId="{2520B83B-277C-4E67-BEC8-DBD574BA1C4E}" destId="{68FB79D8-BBB0-4DED-A738-62F46B85FC0B}" srcOrd="2" destOrd="0" presId="urn:microsoft.com/office/officeart/2005/8/layout/matrix2"/>
    <dgm:cxn modelId="{99D7113C-3D2B-4F4D-BF02-D9CAC84BDE7B}" type="presParOf" srcId="{2520B83B-277C-4E67-BEC8-DBD574BA1C4E}" destId="{DD889D09-1EEE-4FFD-A654-10D870C8C6DE}" srcOrd="3" destOrd="0" presId="urn:microsoft.com/office/officeart/2005/8/layout/matrix2"/>
    <dgm:cxn modelId="{1A14B8DF-87F0-4D46-97DE-2FE69FF8055F}" type="presParOf" srcId="{2520B83B-277C-4E67-BEC8-DBD574BA1C4E}" destId="{D23231CA-EE04-4603-87B0-04E152B4BD3C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3C2818-799F-4EF7-892D-72137495B43B}" type="doc">
      <dgm:prSet loTypeId="urn:microsoft.com/office/officeart/2005/8/layout/cycle2" loCatId="cycle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pt-BR"/>
        </a:p>
      </dgm:t>
    </dgm:pt>
    <dgm:pt modelId="{9D204A3B-5631-483B-9E62-68D7D5D2E2B9}">
      <dgm:prSet phldrT="[Texto]" custT="1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pt-BR" sz="1400" dirty="0">
              <a:solidFill>
                <a:schemeClr val="bg1"/>
              </a:solidFill>
            </a:rPr>
            <a:t>Missões que serão feitas em cada saída </a:t>
          </a:r>
        </a:p>
      </dgm:t>
    </dgm:pt>
    <dgm:pt modelId="{3A8BCE66-670D-4163-BF38-11D36EB0D705}" type="parTrans" cxnId="{FF1038AA-B056-4022-8C3B-481C4EA2F0D1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76CFAC88-22D4-4C41-BD59-9BF218FF7783}" type="sibTrans" cxnId="{FF1038AA-B056-4022-8C3B-481C4EA2F0D1}">
      <dgm:prSet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1EF5D816-DBA1-4DBA-B40A-3964A6B5FDA6}">
      <dgm:prSet phldrT="[Texto]" custT="1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pt-BR" sz="1400" dirty="0">
              <a:solidFill>
                <a:schemeClr val="bg1"/>
              </a:solidFill>
            </a:rPr>
            <a:t>Construir a garra e programar a saída </a:t>
          </a:r>
        </a:p>
      </dgm:t>
    </dgm:pt>
    <dgm:pt modelId="{4A20DED1-1A2D-4EFF-BCD4-720B6456135C}" type="parTrans" cxnId="{AFAC5352-1593-487A-856D-8E70174A11A6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99CFF634-1E68-47D9-922F-299582EB34BF}" type="sibTrans" cxnId="{AFAC5352-1593-487A-856D-8E70174A11A6}">
      <dgm:prSet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C0704D72-23DC-4B1A-A68D-72C494A01F28}">
      <dgm:prSet phldrT="[Texto]" custT="1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pt-BR" sz="1400" dirty="0">
              <a:solidFill>
                <a:schemeClr val="bg1"/>
              </a:solidFill>
            </a:rPr>
            <a:t>Analisar o que pode ser melhorado na programação e construção</a:t>
          </a:r>
        </a:p>
      </dgm:t>
    </dgm:pt>
    <dgm:pt modelId="{37659DE8-209C-4E71-AF5C-F2F653959979}" type="parTrans" cxnId="{5DF5AD8E-34C5-4ADA-9795-9A3012879E1A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8210D580-34E1-4171-B56C-2DB7DD3C208C}" type="sibTrans" cxnId="{5DF5AD8E-34C5-4ADA-9795-9A3012879E1A}">
      <dgm:prSet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BEF1FFEF-D17E-4C68-A342-F05525C843D5}">
      <dgm:prSet phldrT="[Texto]" custT="1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pt-BR" sz="1400" dirty="0">
              <a:solidFill>
                <a:schemeClr val="bg1"/>
              </a:solidFill>
            </a:rPr>
            <a:t>Corrigir os erros encontrados </a:t>
          </a:r>
        </a:p>
      </dgm:t>
    </dgm:pt>
    <dgm:pt modelId="{4F5E6FBB-C4A7-4E6B-9186-991541007C43}" type="parTrans" cxnId="{02D0E4D2-2D1C-4936-8C2E-F4155F2C70CA}">
      <dgm:prSet/>
      <dgm:spPr/>
      <dgm:t>
        <a:bodyPr/>
        <a:lstStyle/>
        <a:p>
          <a:endParaRPr lang="pt-BR">
            <a:solidFill>
              <a:schemeClr val="bg1"/>
            </a:solidFill>
          </a:endParaRPr>
        </a:p>
      </dgm:t>
    </dgm:pt>
    <dgm:pt modelId="{81DB0AA0-F689-49F9-B37D-A148069CC0CF}" type="sibTrans" cxnId="{02D0E4D2-2D1C-4936-8C2E-F4155F2C70CA}">
      <dgm:prSet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endParaRPr lang="pt-BR">
            <a:ln>
              <a:solidFill>
                <a:sysClr val="windowText" lastClr="000000"/>
              </a:solidFill>
            </a:ln>
            <a:solidFill>
              <a:schemeClr val="bg1">
                <a:lumMod val="95000"/>
              </a:schemeClr>
            </a:solidFill>
          </a:endParaRPr>
        </a:p>
      </dgm:t>
    </dgm:pt>
    <dgm:pt modelId="{03E13B60-93B4-48BD-9E45-7DB8B261A084}" type="pres">
      <dgm:prSet presAssocID="{513C2818-799F-4EF7-892D-72137495B43B}" presName="cycle" presStyleCnt="0">
        <dgm:presLayoutVars>
          <dgm:dir/>
          <dgm:resizeHandles val="exact"/>
        </dgm:presLayoutVars>
      </dgm:prSet>
      <dgm:spPr/>
    </dgm:pt>
    <dgm:pt modelId="{F9527656-379A-4DF4-892A-0A384208007E}" type="pres">
      <dgm:prSet presAssocID="{9D204A3B-5631-483B-9E62-68D7D5D2E2B9}" presName="node" presStyleLbl="node1" presStyleIdx="0" presStyleCnt="4">
        <dgm:presLayoutVars>
          <dgm:bulletEnabled val="1"/>
        </dgm:presLayoutVars>
      </dgm:prSet>
      <dgm:spPr/>
    </dgm:pt>
    <dgm:pt modelId="{137AA609-67F9-41BD-8ECF-C6F5720A8E20}" type="pres">
      <dgm:prSet presAssocID="{76CFAC88-22D4-4C41-BD59-9BF218FF7783}" presName="sibTrans" presStyleLbl="sibTrans2D1" presStyleIdx="0" presStyleCnt="4"/>
      <dgm:spPr/>
    </dgm:pt>
    <dgm:pt modelId="{2F19D225-65A1-4D4B-942C-F83EAACA5126}" type="pres">
      <dgm:prSet presAssocID="{76CFAC88-22D4-4C41-BD59-9BF218FF7783}" presName="connectorText" presStyleLbl="sibTrans2D1" presStyleIdx="0" presStyleCnt="4"/>
      <dgm:spPr/>
    </dgm:pt>
    <dgm:pt modelId="{E3A23B91-E68F-41A7-B4E1-987031B69140}" type="pres">
      <dgm:prSet presAssocID="{1EF5D816-DBA1-4DBA-B40A-3964A6B5FDA6}" presName="node" presStyleLbl="node1" presStyleIdx="1" presStyleCnt="4">
        <dgm:presLayoutVars>
          <dgm:bulletEnabled val="1"/>
        </dgm:presLayoutVars>
      </dgm:prSet>
      <dgm:spPr/>
    </dgm:pt>
    <dgm:pt modelId="{A40C652C-A79D-42D5-B982-45B684EEAEDB}" type="pres">
      <dgm:prSet presAssocID="{99CFF634-1E68-47D9-922F-299582EB34BF}" presName="sibTrans" presStyleLbl="sibTrans2D1" presStyleIdx="1" presStyleCnt="4"/>
      <dgm:spPr/>
    </dgm:pt>
    <dgm:pt modelId="{BD321537-80F0-45EE-85F2-2C7F52F7F703}" type="pres">
      <dgm:prSet presAssocID="{99CFF634-1E68-47D9-922F-299582EB34BF}" presName="connectorText" presStyleLbl="sibTrans2D1" presStyleIdx="1" presStyleCnt="4"/>
      <dgm:spPr/>
    </dgm:pt>
    <dgm:pt modelId="{64B6175B-EC1C-4D41-9B79-5E5D8774BA50}" type="pres">
      <dgm:prSet presAssocID="{C0704D72-23DC-4B1A-A68D-72C494A01F28}" presName="node" presStyleLbl="node1" presStyleIdx="2" presStyleCnt="4">
        <dgm:presLayoutVars>
          <dgm:bulletEnabled val="1"/>
        </dgm:presLayoutVars>
      </dgm:prSet>
      <dgm:spPr/>
    </dgm:pt>
    <dgm:pt modelId="{8054F3A8-E4C4-49BF-A26E-E514281EC71C}" type="pres">
      <dgm:prSet presAssocID="{8210D580-34E1-4171-B56C-2DB7DD3C208C}" presName="sibTrans" presStyleLbl="sibTrans2D1" presStyleIdx="2" presStyleCnt="4"/>
      <dgm:spPr/>
    </dgm:pt>
    <dgm:pt modelId="{C7FA728B-AFCD-4A8D-8EF4-C9209547124B}" type="pres">
      <dgm:prSet presAssocID="{8210D580-34E1-4171-B56C-2DB7DD3C208C}" presName="connectorText" presStyleLbl="sibTrans2D1" presStyleIdx="2" presStyleCnt="4"/>
      <dgm:spPr/>
    </dgm:pt>
    <dgm:pt modelId="{2DCEDD74-7FF1-422F-BD86-D47243897A4D}" type="pres">
      <dgm:prSet presAssocID="{BEF1FFEF-D17E-4C68-A342-F05525C843D5}" presName="node" presStyleLbl="node1" presStyleIdx="3" presStyleCnt="4">
        <dgm:presLayoutVars>
          <dgm:bulletEnabled val="1"/>
        </dgm:presLayoutVars>
      </dgm:prSet>
      <dgm:spPr/>
    </dgm:pt>
    <dgm:pt modelId="{0796C920-CA85-4FB7-9BFF-D28594A7FCB0}" type="pres">
      <dgm:prSet presAssocID="{81DB0AA0-F689-49F9-B37D-A148069CC0CF}" presName="sibTrans" presStyleLbl="sibTrans2D1" presStyleIdx="3" presStyleCnt="4"/>
      <dgm:spPr/>
    </dgm:pt>
    <dgm:pt modelId="{B534625C-BD5D-4D7F-A492-D72725C6C68F}" type="pres">
      <dgm:prSet presAssocID="{81DB0AA0-F689-49F9-B37D-A148069CC0CF}" presName="connectorText" presStyleLbl="sibTrans2D1" presStyleIdx="3" presStyleCnt="4"/>
      <dgm:spPr/>
    </dgm:pt>
  </dgm:ptLst>
  <dgm:cxnLst>
    <dgm:cxn modelId="{5CDC4215-3538-4428-A874-AC8D14C871F5}" type="presOf" srcId="{8210D580-34E1-4171-B56C-2DB7DD3C208C}" destId="{C7FA728B-AFCD-4A8D-8EF4-C9209547124B}" srcOrd="1" destOrd="0" presId="urn:microsoft.com/office/officeart/2005/8/layout/cycle2"/>
    <dgm:cxn modelId="{17296815-E08B-4CA8-83AD-2FC9C3E887F4}" type="presOf" srcId="{76CFAC88-22D4-4C41-BD59-9BF218FF7783}" destId="{137AA609-67F9-41BD-8ECF-C6F5720A8E20}" srcOrd="0" destOrd="0" presId="urn:microsoft.com/office/officeart/2005/8/layout/cycle2"/>
    <dgm:cxn modelId="{98E6D61A-6FBA-45DE-8C65-17BE9F46380B}" type="presOf" srcId="{8210D580-34E1-4171-B56C-2DB7DD3C208C}" destId="{8054F3A8-E4C4-49BF-A26E-E514281EC71C}" srcOrd="0" destOrd="0" presId="urn:microsoft.com/office/officeart/2005/8/layout/cycle2"/>
    <dgm:cxn modelId="{68B1431B-793D-459D-AFAD-694A860DBFD2}" type="presOf" srcId="{513C2818-799F-4EF7-892D-72137495B43B}" destId="{03E13B60-93B4-48BD-9E45-7DB8B261A084}" srcOrd="0" destOrd="0" presId="urn:microsoft.com/office/officeart/2005/8/layout/cycle2"/>
    <dgm:cxn modelId="{FA66E11F-6894-460B-944A-7F1EF44AF082}" type="presOf" srcId="{9D204A3B-5631-483B-9E62-68D7D5D2E2B9}" destId="{F9527656-379A-4DF4-892A-0A384208007E}" srcOrd="0" destOrd="0" presId="urn:microsoft.com/office/officeart/2005/8/layout/cycle2"/>
    <dgm:cxn modelId="{F6558D4A-1AB3-430B-A68B-2A062C6B218B}" type="presOf" srcId="{C0704D72-23DC-4B1A-A68D-72C494A01F28}" destId="{64B6175B-EC1C-4D41-9B79-5E5D8774BA50}" srcOrd="0" destOrd="0" presId="urn:microsoft.com/office/officeart/2005/8/layout/cycle2"/>
    <dgm:cxn modelId="{B87C2D4D-42C6-4C41-964F-1746FF2F32BA}" type="presOf" srcId="{BEF1FFEF-D17E-4C68-A342-F05525C843D5}" destId="{2DCEDD74-7FF1-422F-BD86-D47243897A4D}" srcOrd="0" destOrd="0" presId="urn:microsoft.com/office/officeart/2005/8/layout/cycle2"/>
    <dgm:cxn modelId="{05AB4F72-8745-4310-9058-3233148E7611}" type="presOf" srcId="{99CFF634-1E68-47D9-922F-299582EB34BF}" destId="{A40C652C-A79D-42D5-B982-45B684EEAEDB}" srcOrd="0" destOrd="0" presId="urn:microsoft.com/office/officeart/2005/8/layout/cycle2"/>
    <dgm:cxn modelId="{AFAC5352-1593-487A-856D-8E70174A11A6}" srcId="{513C2818-799F-4EF7-892D-72137495B43B}" destId="{1EF5D816-DBA1-4DBA-B40A-3964A6B5FDA6}" srcOrd="1" destOrd="0" parTransId="{4A20DED1-1A2D-4EFF-BCD4-720B6456135C}" sibTransId="{99CFF634-1E68-47D9-922F-299582EB34BF}"/>
    <dgm:cxn modelId="{5DF5AD8E-34C5-4ADA-9795-9A3012879E1A}" srcId="{513C2818-799F-4EF7-892D-72137495B43B}" destId="{C0704D72-23DC-4B1A-A68D-72C494A01F28}" srcOrd="2" destOrd="0" parTransId="{37659DE8-209C-4E71-AF5C-F2F653959979}" sibTransId="{8210D580-34E1-4171-B56C-2DB7DD3C208C}"/>
    <dgm:cxn modelId="{34C1AE92-DC25-434E-8E93-944D3079F67E}" type="presOf" srcId="{81DB0AA0-F689-49F9-B37D-A148069CC0CF}" destId="{B534625C-BD5D-4D7F-A492-D72725C6C68F}" srcOrd="1" destOrd="0" presId="urn:microsoft.com/office/officeart/2005/8/layout/cycle2"/>
    <dgm:cxn modelId="{48050E98-A5C1-40B5-8E66-3E22C69FB9ED}" type="presOf" srcId="{99CFF634-1E68-47D9-922F-299582EB34BF}" destId="{BD321537-80F0-45EE-85F2-2C7F52F7F703}" srcOrd="1" destOrd="0" presId="urn:microsoft.com/office/officeart/2005/8/layout/cycle2"/>
    <dgm:cxn modelId="{FF1038AA-B056-4022-8C3B-481C4EA2F0D1}" srcId="{513C2818-799F-4EF7-892D-72137495B43B}" destId="{9D204A3B-5631-483B-9E62-68D7D5D2E2B9}" srcOrd="0" destOrd="0" parTransId="{3A8BCE66-670D-4163-BF38-11D36EB0D705}" sibTransId="{76CFAC88-22D4-4C41-BD59-9BF218FF7783}"/>
    <dgm:cxn modelId="{EE677AAC-3095-4F4B-BA16-F90820C9781D}" type="presOf" srcId="{81DB0AA0-F689-49F9-B37D-A148069CC0CF}" destId="{0796C920-CA85-4FB7-9BFF-D28594A7FCB0}" srcOrd="0" destOrd="0" presId="urn:microsoft.com/office/officeart/2005/8/layout/cycle2"/>
    <dgm:cxn modelId="{20AFCCB2-16AA-4DB9-8FBB-CDE83B94F226}" type="presOf" srcId="{76CFAC88-22D4-4C41-BD59-9BF218FF7783}" destId="{2F19D225-65A1-4D4B-942C-F83EAACA5126}" srcOrd="1" destOrd="0" presId="urn:microsoft.com/office/officeart/2005/8/layout/cycle2"/>
    <dgm:cxn modelId="{B72C8EC7-4F46-4137-8587-839CD2FE6EF3}" type="presOf" srcId="{1EF5D816-DBA1-4DBA-B40A-3964A6B5FDA6}" destId="{E3A23B91-E68F-41A7-B4E1-987031B69140}" srcOrd="0" destOrd="0" presId="urn:microsoft.com/office/officeart/2005/8/layout/cycle2"/>
    <dgm:cxn modelId="{02D0E4D2-2D1C-4936-8C2E-F4155F2C70CA}" srcId="{513C2818-799F-4EF7-892D-72137495B43B}" destId="{BEF1FFEF-D17E-4C68-A342-F05525C843D5}" srcOrd="3" destOrd="0" parTransId="{4F5E6FBB-C4A7-4E6B-9186-991541007C43}" sibTransId="{81DB0AA0-F689-49F9-B37D-A148069CC0CF}"/>
    <dgm:cxn modelId="{B0380FAE-43D4-4248-8CBD-3A9CB9284062}" type="presParOf" srcId="{03E13B60-93B4-48BD-9E45-7DB8B261A084}" destId="{F9527656-379A-4DF4-892A-0A384208007E}" srcOrd="0" destOrd="0" presId="urn:microsoft.com/office/officeart/2005/8/layout/cycle2"/>
    <dgm:cxn modelId="{29B47E91-EF5F-4194-9214-256BE8ED0EE0}" type="presParOf" srcId="{03E13B60-93B4-48BD-9E45-7DB8B261A084}" destId="{137AA609-67F9-41BD-8ECF-C6F5720A8E20}" srcOrd="1" destOrd="0" presId="urn:microsoft.com/office/officeart/2005/8/layout/cycle2"/>
    <dgm:cxn modelId="{0CAD75BF-8F5E-4891-972E-DACC544D156A}" type="presParOf" srcId="{137AA609-67F9-41BD-8ECF-C6F5720A8E20}" destId="{2F19D225-65A1-4D4B-942C-F83EAACA5126}" srcOrd="0" destOrd="0" presId="urn:microsoft.com/office/officeart/2005/8/layout/cycle2"/>
    <dgm:cxn modelId="{2CB072ED-FFE3-4CF4-88C9-9B0D6598D221}" type="presParOf" srcId="{03E13B60-93B4-48BD-9E45-7DB8B261A084}" destId="{E3A23B91-E68F-41A7-B4E1-987031B69140}" srcOrd="2" destOrd="0" presId="urn:microsoft.com/office/officeart/2005/8/layout/cycle2"/>
    <dgm:cxn modelId="{44F01AF8-B9B3-4648-BB16-5BADF7D7C0A5}" type="presParOf" srcId="{03E13B60-93B4-48BD-9E45-7DB8B261A084}" destId="{A40C652C-A79D-42D5-B982-45B684EEAEDB}" srcOrd="3" destOrd="0" presId="urn:microsoft.com/office/officeart/2005/8/layout/cycle2"/>
    <dgm:cxn modelId="{DF5BE57A-FD5E-473A-8FBF-6EA26C797DFF}" type="presParOf" srcId="{A40C652C-A79D-42D5-B982-45B684EEAEDB}" destId="{BD321537-80F0-45EE-85F2-2C7F52F7F703}" srcOrd="0" destOrd="0" presId="urn:microsoft.com/office/officeart/2005/8/layout/cycle2"/>
    <dgm:cxn modelId="{D4CB98C7-462F-4346-B482-A64E7312C4ED}" type="presParOf" srcId="{03E13B60-93B4-48BD-9E45-7DB8B261A084}" destId="{64B6175B-EC1C-4D41-9B79-5E5D8774BA50}" srcOrd="4" destOrd="0" presId="urn:microsoft.com/office/officeart/2005/8/layout/cycle2"/>
    <dgm:cxn modelId="{5CF646F9-A55C-408A-8B97-6787242E6BA9}" type="presParOf" srcId="{03E13B60-93B4-48BD-9E45-7DB8B261A084}" destId="{8054F3A8-E4C4-49BF-A26E-E514281EC71C}" srcOrd="5" destOrd="0" presId="urn:microsoft.com/office/officeart/2005/8/layout/cycle2"/>
    <dgm:cxn modelId="{B2276BBB-0EEB-462D-983B-460C4A1747EA}" type="presParOf" srcId="{8054F3A8-E4C4-49BF-A26E-E514281EC71C}" destId="{C7FA728B-AFCD-4A8D-8EF4-C9209547124B}" srcOrd="0" destOrd="0" presId="urn:microsoft.com/office/officeart/2005/8/layout/cycle2"/>
    <dgm:cxn modelId="{E594A393-9995-459E-BC12-ACE7C6D180EE}" type="presParOf" srcId="{03E13B60-93B4-48BD-9E45-7DB8B261A084}" destId="{2DCEDD74-7FF1-422F-BD86-D47243897A4D}" srcOrd="6" destOrd="0" presId="urn:microsoft.com/office/officeart/2005/8/layout/cycle2"/>
    <dgm:cxn modelId="{0038706F-8296-41B5-9EB9-9F36E70A6EE1}" type="presParOf" srcId="{03E13B60-93B4-48BD-9E45-7DB8B261A084}" destId="{0796C920-CA85-4FB7-9BFF-D28594A7FCB0}" srcOrd="7" destOrd="0" presId="urn:microsoft.com/office/officeart/2005/8/layout/cycle2"/>
    <dgm:cxn modelId="{5DB6000B-13C9-485E-811C-3B2138F705C3}" type="presParOf" srcId="{0796C920-CA85-4FB7-9BFF-D28594A7FCB0}" destId="{B534625C-BD5D-4D7F-A492-D72725C6C68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18BBB2-51E6-41E8-ACEA-04A8A63E78D1}">
      <dsp:nvSpPr>
        <dsp:cNvPr id="0" name=""/>
        <dsp:cNvSpPr/>
      </dsp:nvSpPr>
      <dsp:spPr>
        <a:xfrm>
          <a:off x="1480191" y="0"/>
          <a:ext cx="5167617" cy="5167617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tx1"/>
        </a:solidFill>
        <a:ln>
          <a:solidFill>
            <a:schemeClr val="bg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11DE7BC-DD67-416C-8CA5-A6B958B90286}">
      <dsp:nvSpPr>
        <dsp:cNvPr id="0" name=""/>
        <dsp:cNvSpPr/>
      </dsp:nvSpPr>
      <dsp:spPr>
        <a:xfrm>
          <a:off x="1816086" y="335895"/>
          <a:ext cx="2067046" cy="2067046"/>
        </a:xfrm>
        <a:prstGeom prst="roundRect">
          <a:avLst/>
        </a:prstGeom>
        <a:solidFill>
          <a:schemeClr val="tx1"/>
        </a:solidFill>
        <a:ln>
          <a:solidFill>
            <a:schemeClr val="bg1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bg1"/>
              </a:solidFill>
            </a:rPr>
            <a:t>Cabos organizados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bg1"/>
              </a:solidFill>
            </a:rPr>
            <a:t>Centro de massa equilibrado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bg1"/>
              </a:solidFill>
            </a:rPr>
            <a:t>Compacto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bg1"/>
              </a:solidFill>
            </a:rPr>
            <a:t>Sensores de cor bem localizados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400" kern="1200" dirty="0"/>
        </a:p>
      </dsp:txBody>
      <dsp:txXfrm>
        <a:off x="1916991" y="436800"/>
        <a:ext cx="1865236" cy="1865236"/>
      </dsp:txXfrm>
    </dsp:sp>
    <dsp:sp modelId="{68FB79D8-BBB0-4DED-A738-62F46B85FC0B}">
      <dsp:nvSpPr>
        <dsp:cNvPr id="0" name=""/>
        <dsp:cNvSpPr/>
      </dsp:nvSpPr>
      <dsp:spPr>
        <a:xfrm>
          <a:off x="4244866" y="335895"/>
          <a:ext cx="2067046" cy="2067046"/>
        </a:xfrm>
        <a:prstGeom prst="roundRect">
          <a:avLst/>
        </a:prstGeom>
        <a:solidFill>
          <a:schemeClr val="tx1"/>
        </a:solidFill>
        <a:ln>
          <a:solidFill>
            <a:schemeClr val="bg1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bg1"/>
              </a:solidFill>
            </a:rPr>
            <a:t>Sensores e motores de difícil retirada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bg1"/>
              </a:solidFill>
            </a:rPr>
            <a:t>Robô levemente inclinado  </a:t>
          </a:r>
        </a:p>
      </dsp:txBody>
      <dsp:txXfrm>
        <a:off x="4345771" y="436800"/>
        <a:ext cx="1865236" cy="1865236"/>
      </dsp:txXfrm>
    </dsp:sp>
    <dsp:sp modelId="{DD889D09-1EEE-4FFD-A654-10D870C8C6DE}">
      <dsp:nvSpPr>
        <dsp:cNvPr id="0" name=""/>
        <dsp:cNvSpPr/>
      </dsp:nvSpPr>
      <dsp:spPr>
        <a:xfrm>
          <a:off x="1816086" y="2764675"/>
          <a:ext cx="2067046" cy="2067046"/>
        </a:xfrm>
        <a:prstGeom prst="roundRect">
          <a:avLst/>
        </a:prstGeom>
        <a:solidFill>
          <a:schemeClr val="tx1"/>
        </a:solidFill>
        <a:ln>
          <a:solidFill>
            <a:schemeClr val="bg1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bg1"/>
              </a:solidFill>
            </a:rPr>
            <a:t>Utilização de linhas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bg1"/>
              </a:solidFill>
            </a:rPr>
            <a:t>Utilização das paredes para alinhamento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bg1"/>
              </a:solidFill>
            </a:rPr>
            <a:t>Provas que podem ser resolvidas de forma passiva </a:t>
          </a:r>
        </a:p>
      </dsp:txBody>
      <dsp:txXfrm>
        <a:off x="1916991" y="2865580"/>
        <a:ext cx="1865236" cy="1865236"/>
      </dsp:txXfrm>
    </dsp:sp>
    <dsp:sp modelId="{D23231CA-EE04-4603-87B0-04E152B4BD3C}">
      <dsp:nvSpPr>
        <dsp:cNvPr id="0" name=""/>
        <dsp:cNvSpPr/>
      </dsp:nvSpPr>
      <dsp:spPr>
        <a:xfrm>
          <a:off x="4244866" y="2764675"/>
          <a:ext cx="2067046" cy="2067046"/>
        </a:xfrm>
        <a:prstGeom prst="roundRect">
          <a:avLst/>
        </a:prstGeom>
        <a:solidFill>
          <a:schemeClr val="tx1"/>
        </a:solidFill>
        <a:ln>
          <a:solidFill>
            <a:schemeClr val="bg1"/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bg1"/>
              </a:solidFill>
            </a:rPr>
            <a:t>Provas que precisam de garras com sistemas de transmissão complexos</a:t>
          </a:r>
        </a:p>
      </dsp:txBody>
      <dsp:txXfrm>
        <a:off x="4345771" y="2865580"/>
        <a:ext cx="1865236" cy="1865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27656-379A-4DF4-892A-0A384208007E}">
      <dsp:nvSpPr>
        <dsp:cNvPr id="0" name=""/>
        <dsp:cNvSpPr/>
      </dsp:nvSpPr>
      <dsp:spPr>
        <a:xfrm>
          <a:off x="3039664" y="869"/>
          <a:ext cx="1653879" cy="165387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chemeClr val="bg1"/>
              </a:solidFill>
            </a:rPr>
            <a:t>Missões que serão feitas em cada saída </a:t>
          </a:r>
        </a:p>
      </dsp:txBody>
      <dsp:txXfrm>
        <a:off x="3281869" y="243074"/>
        <a:ext cx="1169469" cy="1169469"/>
      </dsp:txXfrm>
    </dsp:sp>
    <dsp:sp modelId="{137AA609-67F9-41BD-8ECF-C6F5720A8E20}">
      <dsp:nvSpPr>
        <dsp:cNvPr id="0" name=""/>
        <dsp:cNvSpPr/>
      </dsp:nvSpPr>
      <dsp:spPr>
        <a:xfrm rot="2700000">
          <a:off x="4515876" y="1417404"/>
          <a:ext cx="438828" cy="558184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bg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300" kern="1200">
            <a:solidFill>
              <a:schemeClr val="bg1"/>
            </a:solidFill>
          </a:endParaRPr>
        </a:p>
      </dsp:txBody>
      <dsp:txXfrm>
        <a:off x="4535155" y="1482496"/>
        <a:ext cx="307180" cy="334910"/>
      </dsp:txXfrm>
    </dsp:sp>
    <dsp:sp modelId="{E3A23B91-E68F-41A7-B4E1-987031B69140}">
      <dsp:nvSpPr>
        <dsp:cNvPr id="0" name=""/>
        <dsp:cNvSpPr/>
      </dsp:nvSpPr>
      <dsp:spPr>
        <a:xfrm>
          <a:off x="4794603" y="1755808"/>
          <a:ext cx="1653879" cy="165387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chemeClr val="bg1"/>
              </a:solidFill>
            </a:rPr>
            <a:t>Construir a garra e programar a saída </a:t>
          </a:r>
        </a:p>
      </dsp:txBody>
      <dsp:txXfrm>
        <a:off x="5036808" y="1998013"/>
        <a:ext cx="1169469" cy="1169469"/>
      </dsp:txXfrm>
    </dsp:sp>
    <dsp:sp modelId="{A40C652C-A79D-42D5-B982-45B684EEAEDB}">
      <dsp:nvSpPr>
        <dsp:cNvPr id="0" name=""/>
        <dsp:cNvSpPr/>
      </dsp:nvSpPr>
      <dsp:spPr>
        <a:xfrm rot="8100000">
          <a:off x="4533441" y="3172343"/>
          <a:ext cx="438828" cy="558184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bg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300" kern="1200">
            <a:solidFill>
              <a:schemeClr val="bg1"/>
            </a:solidFill>
          </a:endParaRPr>
        </a:p>
      </dsp:txBody>
      <dsp:txXfrm rot="10800000">
        <a:off x="4645810" y="3237435"/>
        <a:ext cx="307180" cy="334910"/>
      </dsp:txXfrm>
    </dsp:sp>
    <dsp:sp modelId="{64B6175B-EC1C-4D41-9B79-5E5D8774BA50}">
      <dsp:nvSpPr>
        <dsp:cNvPr id="0" name=""/>
        <dsp:cNvSpPr/>
      </dsp:nvSpPr>
      <dsp:spPr>
        <a:xfrm>
          <a:off x="3039664" y="3510747"/>
          <a:ext cx="1653879" cy="165387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chemeClr val="bg1"/>
              </a:solidFill>
            </a:rPr>
            <a:t>Analisar o que pode ser melhorado na programação e construção</a:t>
          </a:r>
        </a:p>
      </dsp:txBody>
      <dsp:txXfrm>
        <a:off x="3281869" y="3752952"/>
        <a:ext cx="1169469" cy="1169469"/>
      </dsp:txXfrm>
    </dsp:sp>
    <dsp:sp modelId="{8054F3A8-E4C4-49BF-A26E-E514281EC71C}">
      <dsp:nvSpPr>
        <dsp:cNvPr id="0" name=""/>
        <dsp:cNvSpPr/>
      </dsp:nvSpPr>
      <dsp:spPr>
        <a:xfrm rot="13500000">
          <a:off x="2778502" y="3189907"/>
          <a:ext cx="438828" cy="558184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bg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300" kern="1200">
            <a:solidFill>
              <a:schemeClr val="bg1"/>
            </a:solidFill>
          </a:endParaRPr>
        </a:p>
      </dsp:txBody>
      <dsp:txXfrm rot="10800000">
        <a:off x="2890871" y="3348089"/>
        <a:ext cx="307180" cy="334910"/>
      </dsp:txXfrm>
    </dsp:sp>
    <dsp:sp modelId="{2DCEDD74-7FF1-422F-BD86-D47243897A4D}">
      <dsp:nvSpPr>
        <dsp:cNvPr id="0" name=""/>
        <dsp:cNvSpPr/>
      </dsp:nvSpPr>
      <dsp:spPr>
        <a:xfrm>
          <a:off x="1284725" y="1755808"/>
          <a:ext cx="1653879" cy="1653879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solidFill>
                <a:schemeClr val="bg1"/>
              </a:solidFill>
            </a:rPr>
            <a:t>Corrigir os erros encontrados </a:t>
          </a:r>
        </a:p>
      </dsp:txBody>
      <dsp:txXfrm>
        <a:off x="1526930" y="1998013"/>
        <a:ext cx="1169469" cy="1169469"/>
      </dsp:txXfrm>
    </dsp:sp>
    <dsp:sp modelId="{0796C920-CA85-4FB7-9BFF-D28594A7FCB0}">
      <dsp:nvSpPr>
        <dsp:cNvPr id="0" name=""/>
        <dsp:cNvSpPr/>
      </dsp:nvSpPr>
      <dsp:spPr>
        <a:xfrm rot="18900000">
          <a:off x="2760938" y="1434968"/>
          <a:ext cx="438828" cy="558184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solidFill>
            <a:schemeClr val="bg1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300" kern="1200">
            <a:ln>
              <a:solidFill>
                <a:sysClr val="windowText" lastClr="000000"/>
              </a:solidFill>
            </a:ln>
            <a:solidFill>
              <a:schemeClr val="bg1">
                <a:lumMod val="95000"/>
              </a:schemeClr>
            </a:solidFill>
          </a:endParaRPr>
        </a:p>
      </dsp:txBody>
      <dsp:txXfrm>
        <a:off x="2780217" y="1593150"/>
        <a:ext cx="307180" cy="3349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2" y="5987065"/>
            <a:ext cx="1054468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4/25/2021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7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229784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99562" y="5987065"/>
            <a:ext cx="1054468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4/25/2021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7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248007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2" y="5987065"/>
            <a:ext cx="1054468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4/25/2021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7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1004201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2" y="5987065"/>
            <a:ext cx="1054468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4/25/2021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7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134406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2" y="5987065"/>
            <a:ext cx="1054468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4/25/2021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7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2756369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2" y="5987065"/>
            <a:ext cx="1054468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4/25/2021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7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3280435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2" y="5987065"/>
            <a:ext cx="1054468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4/25/2021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7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282378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2" y="5987065"/>
            <a:ext cx="1054468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4/25/2021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7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94466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2" y="5987065"/>
            <a:ext cx="1054468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4/25/2021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7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849911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2" y="5987065"/>
            <a:ext cx="1054468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4/25/2021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7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322979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2" y="5987065"/>
            <a:ext cx="1054468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E61D-D431-422C-9764-11DAFE33AB63}" type="datetimeFigureOut">
              <a:rPr lang="en-US" smtClean="0"/>
              <a:t>4/25/2021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7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1288219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9D6E9DEC-419B-4CC5-A080-3B06BD5A8291}" type="datetimeFigureOut">
              <a:rPr lang="en-US" smtClean="0"/>
              <a:t>4/25/2021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22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hf sldNum="0" hdr="0" ft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27BF75-57D3-4189-95E2-63DC6BAD0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3549" y="997234"/>
            <a:ext cx="4581724" cy="3596201"/>
          </a:xfrm>
        </p:spPr>
        <p:txBody>
          <a:bodyPr>
            <a:normAutofit/>
          </a:bodyPr>
          <a:lstStyle/>
          <a:p>
            <a:r>
              <a:rPr lang="pt-BR" sz="5600" dirty="0" err="1"/>
              <a:t>Dragonbots</a:t>
            </a:r>
            <a:endParaRPr lang="pt-BR" sz="5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94D1E2-A1C6-4CD7-B96D-12AC2823F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6580" y="4373957"/>
            <a:ext cx="4203323" cy="1143291"/>
          </a:xfrm>
        </p:spPr>
        <p:txBody>
          <a:bodyPr>
            <a:normAutofit/>
          </a:bodyPr>
          <a:lstStyle/>
          <a:p>
            <a:pPr algn="r"/>
            <a:endParaRPr lang="pt-BR" dirty="0"/>
          </a:p>
          <a:p>
            <a:pPr algn="r"/>
            <a:endParaRPr lang="pt-BR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</p:grp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6" y="1220740"/>
            <a:ext cx="4833900" cy="4258176"/>
          </a:xfrm>
          <a:prstGeom prst="rect">
            <a:avLst/>
          </a:prstGeom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6" y="1220740"/>
            <a:ext cx="4833900" cy="42581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5" y="4357094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5" y="4357094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D8E00FA-5561-4253-B903-92B49719E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11972" y="858937"/>
            <a:ext cx="693403" cy="693403"/>
            <a:chOff x="5211971" y="858936"/>
            <a:chExt cx="693403" cy="693403"/>
          </a:xfrm>
        </p:grpSpPr>
        <p:sp>
          <p:nvSpPr>
            <p:cNvPr id="88" name="Graphic 212">
              <a:extLst>
                <a:ext uri="{FF2B5EF4-FFF2-40B4-BE49-F238E27FC236}">
                  <a16:creationId xmlns:a16="http://schemas.microsoft.com/office/drawing/2014/main" id="{A753B935-E3DD-466D-BFAC-68E0BE02D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11971" y="858936"/>
              <a:ext cx="693403" cy="693403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/>
            </a:p>
          </p:txBody>
        </p:sp>
        <p:sp>
          <p:nvSpPr>
            <p:cNvPr id="89" name="Graphic 212">
              <a:extLst>
                <a:ext uri="{FF2B5EF4-FFF2-40B4-BE49-F238E27FC236}">
                  <a16:creationId xmlns:a16="http://schemas.microsoft.com/office/drawing/2014/main" id="{FB034F26-4148-4B59-B493-14D7A9A8B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11971" y="858936"/>
              <a:ext cx="693403" cy="693403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/>
            </a:p>
          </p:txBody>
        </p:sp>
      </p:grpSp>
      <p:grpSp>
        <p:nvGrpSpPr>
          <p:cNvPr id="91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5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pic>
        <p:nvPicPr>
          <p:cNvPr id="5" name="Imagem 4" descr="Tela de jogo de vídeo game&#10;&#10;Descrição gerada automaticamente com confiança média">
            <a:extLst>
              <a:ext uri="{FF2B5EF4-FFF2-40B4-BE49-F238E27FC236}">
                <a16:creationId xmlns:a16="http://schemas.microsoft.com/office/drawing/2014/main" id="{770648E3-B1C7-4F4F-954C-CC55B513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52" y="1291755"/>
            <a:ext cx="5488195" cy="411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7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8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6" name="Freeform: Shape 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7" y="652896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A1274F-9232-42BF-B9FE-B95EA14C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5AF1D6-62CC-4988-9174-993F112D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71"/>
            <a:ext cx="8751371" cy="540246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738" y="-7749"/>
            <a:ext cx="8637211" cy="650640"/>
          </a:xfrm>
        </p:spPr>
        <p:txBody>
          <a:bodyPr vert="horz" lIns="91440" tIns="45721" rIns="91440" bIns="45721" rtlCol="0" anchor="b">
            <a:noAutofit/>
          </a:bodyPr>
          <a:lstStyle/>
          <a:p>
            <a:pPr algn="r"/>
            <a:r>
              <a:rPr lang="en-US" sz="3200" b="1" cap="all" spc="1500" dirty="0" err="1">
                <a:ea typeface="Source Sans Pro SemiBold" panose="020B0603030403020204" pitchFamily="34" charset="0"/>
              </a:rPr>
              <a:t>Processo</a:t>
            </a:r>
            <a:r>
              <a:rPr lang="en-US" sz="3200" b="1" cap="all" spc="1500" dirty="0">
                <a:ea typeface="Source Sans Pro SemiBold" panose="020B0603030403020204" pitchFamily="34" charset="0"/>
              </a:rPr>
              <a:t> de Design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0F0EB4-888B-4AF2-97C0-DB927E98A0BF}"/>
              </a:ext>
            </a:extLst>
          </p:cNvPr>
          <p:cNvSpPr txBox="1"/>
          <p:nvPr/>
        </p:nvSpPr>
        <p:spPr>
          <a:xfrm>
            <a:off x="101584" y="329602"/>
            <a:ext cx="1517148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latin typeface="+mj-lt"/>
              </a:rPr>
              <a:t>Iteração</a:t>
            </a:r>
          </a:p>
          <a:p>
            <a:r>
              <a:rPr lang="pt-BR" sz="1801" b="1" dirty="0">
                <a:latin typeface="+mj-lt"/>
              </a:rPr>
              <a:t>Criação</a:t>
            </a:r>
          </a:p>
        </p:txBody>
      </p:sp>
      <p:pic>
        <p:nvPicPr>
          <p:cNvPr id="16" name="Imagem 15" descr="Uma imagem contendo mesa, caminhão, homem, cama&#10;&#10;Descrição gerada automaticamente">
            <a:extLst>
              <a:ext uri="{FF2B5EF4-FFF2-40B4-BE49-F238E27FC236}">
                <a16:creationId xmlns:a16="http://schemas.microsoft.com/office/drawing/2014/main" id="{FF105FC9-DBEA-436B-8C12-9624839F7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260" y="1223665"/>
            <a:ext cx="2343913" cy="1757934"/>
          </a:xfrm>
          <a:prstGeom prst="rect">
            <a:avLst/>
          </a:prstGeom>
        </p:spPr>
      </p:pic>
      <p:pic>
        <p:nvPicPr>
          <p:cNvPr id="20" name="Imagem 19" descr="Imagem de vídeo game&#10;&#10;Descrição gerada automaticamente com confiança média">
            <a:extLst>
              <a:ext uri="{FF2B5EF4-FFF2-40B4-BE49-F238E27FC236}">
                <a16:creationId xmlns:a16="http://schemas.microsoft.com/office/drawing/2014/main" id="{D40A63C7-3C36-48A1-8BDE-375265292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708" y="3950594"/>
            <a:ext cx="2342400" cy="1756800"/>
          </a:xfrm>
          <a:prstGeom prst="rect">
            <a:avLst/>
          </a:prstGeom>
        </p:spPr>
      </p:pic>
      <p:pic>
        <p:nvPicPr>
          <p:cNvPr id="24" name="Imagem 23" descr="Máquina de costura branca em cima&#10;&#10;Descrição gerada automaticamente com confiança média">
            <a:extLst>
              <a:ext uri="{FF2B5EF4-FFF2-40B4-BE49-F238E27FC236}">
                <a16:creationId xmlns:a16="http://schemas.microsoft.com/office/drawing/2014/main" id="{472C677D-E2DB-4828-9E8E-FA67A2636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372" y="1556021"/>
            <a:ext cx="2342400" cy="1756800"/>
          </a:xfrm>
          <a:prstGeom prst="rect">
            <a:avLst/>
          </a:prstGeom>
        </p:spPr>
      </p:pic>
      <p:pic>
        <p:nvPicPr>
          <p:cNvPr id="30" name="Imagem 29" descr="Imagem de vídeo game&#10;&#10;Descrição gerada automaticamente com confiança média">
            <a:extLst>
              <a:ext uri="{FF2B5EF4-FFF2-40B4-BE49-F238E27FC236}">
                <a16:creationId xmlns:a16="http://schemas.microsoft.com/office/drawing/2014/main" id="{25CB5CC9-9790-4EA5-B33E-CF3283CE38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973" y="3738916"/>
            <a:ext cx="2342400" cy="1756800"/>
          </a:xfrm>
          <a:prstGeom prst="rect">
            <a:avLst/>
          </a:prstGeom>
        </p:spPr>
      </p:pic>
      <p:pic>
        <p:nvPicPr>
          <p:cNvPr id="7" name="Imagem 6" descr="Imagem de vídeo game&#10;&#10;Descrição gerada automaticamente com confiança média">
            <a:extLst>
              <a:ext uri="{FF2B5EF4-FFF2-40B4-BE49-F238E27FC236}">
                <a16:creationId xmlns:a16="http://schemas.microsoft.com/office/drawing/2014/main" id="{354AE510-F0E9-40F3-9EF5-25D163024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2001" y="1268179"/>
            <a:ext cx="2617382" cy="19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7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8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7" y="652896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F0C2E5D-B08F-4A99-9D15-59D33148F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47167"/>
            <a:ext cx="1861854" cy="717514"/>
            <a:chOff x="0" y="238499"/>
            <a:chExt cx="1861854" cy="717514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7B8F35D-FB89-4C40-8A99-E46DDA021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238499"/>
              <a:ext cx="1861854" cy="717514"/>
              <a:chOff x="0" y="604259"/>
              <a:chExt cx="1861854" cy="717514"/>
            </a:xfrm>
            <a:solidFill>
              <a:srgbClr val="FFFFFF"/>
            </a:solidFill>
          </p:grpSpPr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16C8D8F-10E9-4498-ABDB-0F923F8B68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604259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7963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283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7963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283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sz="1801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E5A83E3-8A11-4492-BB6E-F5F2240316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043994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8208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475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8208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475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sz="1801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5FC669C-CD13-4F4A-AFFF-4029D34F2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238499"/>
              <a:ext cx="1861854" cy="717514"/>
              <a:chOff x="0" y="604259"/>
              <a:chExt cx="1861854" cy="717514"/>
            </a:xfrm>
            <a:solidFill>
              <a:schemeClr val="tx1"/>
            </a:solidFill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617B5AA-8A0D-41D3-B2EF-8BC53E3B7D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604259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7963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283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7963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283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sz="1801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572EB308-9A4E-4332-A908-22F2978D7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043994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8208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475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8208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475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sz="1801"/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B7A900B-006E-46F4-831E-5AABAEE45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4494" y="1103897"/>
            <a:ext cx="4965868" cy="4598498"/>
            <a:chOff x="1674895" y="1345036"/>
            <a:chExt cx="5428610" cy="4210939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C1D3151-5F97-4860-B56C-C98BD62CC2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AD33695-C117-4AEE-9AF5-65F13C6CC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90A7F83A-9728-4030-8E45-9ECF1ABCC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039" y="1073782"/>
            <a:ext cx="4860256" cy="452926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1751341"/>
            <a:ext cx="4324642" cy="1501310"/>
          </a:xfrm>
        </p:spPr>
        <p:txBody>
          <a:bodyPr vert="horz" lIns="91440" tIns="45721" rIns="91440" bIns="45721" rtlCol="0" anchor="b">
            <a:normAutofit/>
          </a:bodyPr>
          <a:lstStyle/>
          <a:p>
            <a:pPr algn="ctr"/>
            <a:r>
              <a:rPr lang="en-US" sz="3600" b="1" cap="all" spc="1500" dirty="0" err="1">
                <a:ea typeface="Source Sans Pro SemiBold" panose="020B0603030403020204" pitchFamily="34" charset="0"/>
              </a:rPr>
              <a:t>Processo</a:t>
            </a:r>
            <a:r>
              <a:rPr lang="en-US" sz="3600" b="1" cap="all" spc="1500" dirty="0">
                <a:ea typeface="Source Sans Pro SemiBold" panose="020B0603030403020204" pitchFamily="34" charset="0"/>
              </a:rPr>
              <a:t> de Design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0F0EB4-888B-4AF2-97C0-DB927E98A0BF}"/>
              </a:ext>
            </a:extLst>
          </p:cNvPr>
          <p:cNvSpPr txBox="1"/>
          <p:nvPr/>
        </p:nvSpPr>
        <p:spPr>
          <a:xfrm>
            <a:off x="-237121" y="3590713"/>
            <a:ext cx="4324642" cy="1199392"/>
          </a:xfrm>
          <a:prstGeom prst="rect">
            <a:avLst/>
          </a:prstGeom>
        </p:spPr>
        <p:txBody>
          <a:bodyPr vert="horz" lIns="91440" tIns="45721" rIns="91440" bIns="45721" rtlCol="0">
            <a:normAutofit fontScale="92500" lnSpcReduction="10000"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</a:pPr>
            <a:endParaRPr lang="en-US" sz="2400" b="1" cap="all" spc="400" dirty="0"/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en-US" sz="2400" b="1" cap="all" spc="400" dirty="0" err="1"/>
              <a:t>Iteração</a:t>
            </a:r>
            <a:endParaRPr lang="en-US" sz="2400" b="1" cap="all" spc="400" dirty="0"/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en-US" sz="2400" b="1" cap="all" spc="400" dirty="0" err="1"/>
              <a:t>criação</a:t>
            </a:r>
            <a:endParaRPr lang="en-US" sz="2400" b="1" cap="all" spc="400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EA9761C-7BB2-45E5-A5DB-A0B353624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635" y="472730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8E44D629-6B8E-4D88-A77E-149C0ED03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635" y="4727302"/>
            <a:ext cx="319941" cy="31994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grpSp>
        <p:nvGrpSpPr>
          <p:cNvPr id="81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3908" y="5801516"/>
            <a:ext cx="1054466" cy="469689"/>
            <a:chOff x="9841624" y="4115729"/>
            <a:chExt cx="602169" cy="268223"/>
          </a:xfrm>
          <a:solidFill>
            <a:srgbClr val="FFFFFF"/>
          </a:solidFill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grpSp>
        <p:nvGrpSpPr>
          <p:cNvPr id="88" name="Graphic 185">
            <a:extLst>
              <a:ext uri="{FF2B5EF4-FFF2-40B4-BE49-F238E27FC236}">
                <a16:creationId xmlns:a16="http://schemas.microsoft.com/office/drawing/2014/main" id="{8B6BCBAB-41A5-4D6D-8C9B-55E3AA6F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3908" y="5801516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55217F1-B506-4443-A399-CFFA441CD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B8C0F31-7A0C-4630-A379-0B4719A1F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2D43873-56D9-4AC1-AB59-A1E78D679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1B2197D5-22E1-47CC-83CF-9E64CCD57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5DC5D97-506B-47F6-B9A7-D8FA26C88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7B1D3F6B-E9F1-4D04-BD01-773C311FC250}"/>
              </a:ext>
            </a:extLst>
          </p:cNvPr>
          <p:cNvSpPr txBox="1">
            <a:spLocks/>
          </p:cNvSpPr>
          <p:nvPr/>
        </p:nvSpPr>
        <p:spPr>
          <a:xfrm>
            <a:off x="5759963" y="1064474"/>
            <a:ext cx="4860256" cy="4696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1" rIns="91440" bIns="45721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1"/>
              </a:spcAft>
            </a:pPr>
            <a:r>
              <a:rPr lang="en-US" sz="2400" b="1" cap="all" spc="1500" dirty="0" err="1">
                <a:ea typeface="Source Sans Pro SemiBold" panose="020B0603030403020204" pitchFamily="34" charset="0"/>
              </a:rPr>
              <a:t>Versão</a:t>
            </a:r>
            <a:r>
              <a:rPr lang="en-US" sz="2400" b="1" cap="all" spc="1500" dirty="0">
                <a:ea typeface="Source Sans Pro SemiBold" panose="020B0603030403020204" pitchFamily="34" charset="0"/>
              </a:rPr>
              <a:t> </a:t>
            </a:r>
            <a:r>
              <a:rPr lang="en-US" sz="2400" b="1" cap="all" spc="1500" dirty="0" err="1">
                <a:ea typeface="Source Sans Pro SemiBold" panose="020B0603030403020204" pitchFamily="34" charset="0"/>
              </a:rPr>
              <a:t>atual</a:t>
            </a:r>
            <a:endParaRPr lang="en-US" sz="2400" b="1" cap="all" spc="1500" dirty="0">
              <a:ea typeface="Source Sans Pro SemiBold" panose="020B0603030403020204" pitchFamily="34" charset="0"/>
            </a:endParaRP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6CE984F8-D9EF-4A42-BB4D-7443F434E3C9}"/>
              </a:ext>
            </a:extLst>
          </p:cNvPr>
          <p:cNvCxnSpPr>
            <a:cxnSpLocks/>
          </p:cNvCxnSpPr>
          <p:nvPr/>
        </p:nvCxnSpPr>
        <p:spPr>
          <a:xfrm>
            <a:off x="1012768" y="3429000"/>
            <a:ext cx="1824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ítulo 1">
            <a:extLst>
              <a:ext uri="{FF2B5EF4-FFF2-40B4-BE49-F238E27FC236}">
                <a16:creationId xmlns:a16="http://schemas.microsoft.com/office/drawing/2014/main" id="{0B26D308-04C2-47D5-99EA-203C99B6C6D8}"/>
              </a:ext>
            </a:extLst>
          </p:cNvPr>
          <p:cNvSpPr txBox="1">
            <a:spLocks/>
          </p:cNvSpPr>
          <p:nvPr/>
        </p:nvSpPr>
        <p:spPr>
          <a:xfrm>
            <a:off x="554040" y="5960256"/>
            <a:ext cx="9628997" cy="31994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1" rIns="91440" bIns="45721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1"/>
              </a:spcAft>
            </a:pPr>
            <a:r>
              <a:rPr lang="en-US" sz="1200" b="1" cap="all" spc="1500" dirty="0">
                <a:ea typeface="Source Sans Pro SemiBold" panose="020B0603030403020204" pitchFamily="34" charset="0"/>
              </a:rPr>
              <a:t>Link do Drive com manual do </a:t>
            </a:r>
            <a:r>
              <a:rPr lang="en-US" sz="1200" b="1" cap="all" spc="1500" dirty="0" err="1">
                <a:ea typeface="Source Sans Pro SemiBold" panose="020B0603030403020204" pitchFamily="34" charset="0"/>
              </a:rPr>
              <a:t>robô</a:t>
            </a:r>
            <a:endParaRPr lang="en-US" sz="1200" b="1" cap="all" spc="1500" dirty="0">
              <a:ea typeface="Source Sans Pro SemiBold" panose="020B0603030403020204" pitchFamily="34" charset="0"/>
            </a:endParaRPr>
          </a:p>
        </p:txBody>
      </p:sp>
      <p:pic>
        <p:nvPicPr>
          <p:cNvPr id="46" name="Time_lapse">
            <a:hlinkClick r:id="" action="ppaction://media"/>
            <a:extLst>
              <a:ext uri="{FF2B5EF4-FFF2-40B4-BE49-F238E27FC236}">
                <a16:creationId xmlns:a16="http://schemas.microsoft.com/office/drawing/2014/main" id="{BCDD3B57-F321-44BA-A8D5-27DE9359405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67482" y="1680611"/>
            <a:ext cx="4852738" cy="36395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958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8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6" name="Freeform: Shape 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7" y="652896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A1274F-9232-42BF-B9FE-B95EA14C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5AF1D6-62CC-4988-9174-993F112D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71"/>
            <a:ext cx="8751371" cy="540246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738" y="-7749"/>
            <a:ext cx="8637211" cy="650640"/>
          </a:xfrm>
        </p:spPr>
        <p:txBody>
          <a:bodyPr vert="horz" lIns="91440" tIns="45721" rIns="91440" bIns="45721" rtlCol="0" anchor="b">
            <a:noAutofit/>
          </a:bodyPr>
          <a:lstStyle/>
          <a:p>
            <a:pPr algn="r"/>
            <a:r>
              <a:rPr lang="en-US" sz="3200" b="1" cap="all" spc="1500" dirty="0" err="1">
                <a:ea typeface="Source Sans Pro SemiBold" panose="020B0603030403020204" pitchFamily="34" charset="0"/>
              </a:rPr>
              <a:t>Processo</a:t>
            </a:r>
            <a:r>
              <a:rPr lang="en-US" sz="3200" b="1" cap="all" spc="1500" dirty="0">
                <a:ea typeface="Source Sans Pro SemiBold" panose="020B0603030403020204" pitchFamily="34" charset="0"/>
              </a:rPr>
              <a:t> de Design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0F0EB4-888B-4AF2-97C0-DB927E98A0BF}"/>
              </a:ext>
            </a:extLst>
          </p:cNvPr>
          <p:cNvSpPr txBox="1"/>
          <p:nvPr/>
        </p:nvSpPr>
        <p:spPr>
          <a:xfrm>
            <a:off x="101584" y="329602"/>
            <a:ext cx="1517148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latin typeface="+mj-lt"/>
              </a:rPr>
              <a:t>Iteração</a:t>
            </a:r>
          </a:p>
          <a:p>
            <a:r>
              <a:rPr lang="pt-BR" sz="1801" b="1" dirty="0">
                <a:latin typeface="+mj-lt"/>
              </a:rPr>
              <a:t>Criação</a:t>
            </a:r>
          </a:p>
        </p:txBody>
      </p:sp>
      <p:pic>
        <p:nvPicPr>
          <p:cNvPr id="7" name="Imagem 6" descr="Imagem de vídeo game&#10;&#10;Descrição gerada automaticamente com confiança média">
            <a:extLst>
              <a:ext uri="{FF2B5EF4-FFF2-40B4-BE49-F238E27FC236}">
                <a16:creationId xmlns:a16="http://schemas.microsoft.com/office/drawing/2014/main" id="{C5664879-91E0-42C3-A288-FBDF5E79F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787" y="636094"/>
            <a:ext cx="3663142" cy="2747357"/>
          </a:xfrm>
          <a:prstGeom prst="rect">
            <a:avLst/>
          </a:prstGeom>
        </p:spPr>
      </p:pic>
      <p:pic>
        <p:nvPicPr>
          <p:cNvPr id="10" name="Imagem 9" descr="Máquina de costura branca em cima&#10;&#10;Descrição gerada automaticamente com confiança média">
            <a:extLst>
              <a:ext uri="{FF2B5EF4-FFF2-40B4-BE49-F238E27FC236}">
                <a16:creationId xmlns:a16="http://schemas.microsoft.com/office/drawing/2014/main" id="{FBB21BD7-4D93-4F4A-85FE-3504EEC38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042" y="2143062"/>
            <a:ext cx="3663142" cy="2747357"/>
          </a:xfrm>
          <a:prstGeom prst="rect">
            <a:avLst/>
          </a:prstGeom>
        </p:spPr>
      </p:pic>
      <p:pic>
        <p:nvPicPr>
          <p:cNvPr id="16" name="Imagem 15" descr="Aparelho de vídeo game&#10;&#10;Descrição gerada automaticamente com confiança média">
            <a:extLst>
              <a:ext uri="{FF2B5EF4-FFF2-40B4-BE49-F238E27FC236}">
                <a16:creationId xmlns:a16="http://schemas.microsoft.com/office/drawing/2014/main" id="{AFC4B6D6-7897-4111-A492-97E3F8086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248" y="3341065"/>
            <a:ext cx="3663142" cy="2747357"/>
          </a:xfrm>
          <a:prstGeom prst="rect">
            <a:avLst/>
          </a:prstGeom>
        </p:spPr>
      </p:pic>
      <p:pic>
        <p:nvPicPr>
          <p:cNvPr id="20" name="Imagem 19" descr="Tela de jogo de vídeo game&#10;&#10;Descrição gerada automaticamente com confiança média">
            <a:extLst>
              <a:ext uri="{FF2B5EF4-FFF2-40B4-BE49-F238E27FC236}">
                <a16:creationId xmlns:a16="http://schemas.microsoft.com/office/drawing/2014/main" id="{99FBB318-FB1B-4123-B4E3-765D48A4DE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642" y="3413068"/>
            <a:ext cx="3663142" cy="2747357"/>
          </a:xfrm>
          <a:prstGeom prst="rect">
            <a:avLst/>
          </a:prstGeom>
        </p:spPr>
      </p:pic>
      <p:pic>
        <p:nvPicPr>
          <p:cNvPr id="24" name="Imagem 23" descr="Imagem de vídeo game&#10;&#10;Descrição gerada automaticamente com confiança média">
            <a:extLst>
              <a:ext uri="{FF2B5EF4-FFF2-40B4-BE49-F238E27FC236}">
                <a16:creationId xmlns:a16="http://schemas.microsoft.com/office/drawing/2014/main" id="{DAF265A7-02E6-4482-B5F7-0236752AB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836" y="769384"/>
            <a:ext cx="3663142" cy="274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7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8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6" name="Freeform: Shape 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7" y="652896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A1274F-9232-42BF-B9FE-B95EA14C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5AF1D6-62CC-4988-9174-993F112D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71"/>
            <a:ext cx="8751371" cy="540246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738" y="-7749"/>
            <a:ext cx="8637211" cy="650640"/>
          </a:xfrm>
        </p:spPr>
        <p:txBody>
          <a:bodyPr vert="horz" lIns="91440" tIns="45721" rIns="91440" bIns="45721" rtlCol="0" anchor="b">
            <a:noAutofit/>
          </a:bodyPr>
          <a:lstStyle/>
          <a:p>
            <a:pPr algn="r"/>
            <a:r>
              <a:rPr lang="en-US" sz="3200" b="1" cap="all" spc="1500" dirty="0" err="1">
                <a:ea typeface="Source Sans Pro SemiBold" panose="020B0603030403020204" pitchFamily="34" charset="0"/>
              </a:rPr>
              <a:t>Processo</a:t>
            </a:r>
            <a:r>
              <a:rPr lang="en-US" sz="3200" b="1" cap="all" spc="1500" dirty="0">
                <a:ea typeface="Source Sans Pro SemiBold" panose="020B0603030403020204" pitchFamily="34" charset="0"/>
              </a:rPr>
              <a:t> de Design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0F0EB4-888B-4AF2-97C0-DB927E98A0BF}"/>
              </a:ext>
            </a:extLst>
          </p:cNvPr>
          <p:cNvSpPr txBox="1"/>
          <p:nvPr/>
        </p:nvSpPr>
        <p:spPr>
          <a:xfrm>
            <a:off x="101584" y="273557"/>
            <a:ext cx="1517148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latin typeface="+mj-lt"/>
              </a:rPr>
              <a:t>Iteração  criação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E1AAA651-3670-4233-96C1-D895F6D7EE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5985575"/>
              </p:ext>
            </p:extLst>
          </p:nvPr>
        </p:nvGraphicFramePr>
        <p:xfrm>
          <a:off x="2032000" y="819447"/>
          <a:ext cx="8128000" cy="5167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43BE2AE0-9BE6-49C8-A51A-FEEB5CD91CD4}"/>
              </a:ext>
            </a:extLst>
          </p:cNvPr>
          <p:cNvSpPr txBox="1"/>
          <p:nvPr/>
        </p:nvSpPr>
        <p:spPr>
          <a:xfrm rot="16200000">
            <a:off x="2980649" y="1862925"/>
            <a:ext cx="1173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Forças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54B4AD6-864A-46FA-8219-19DAF2EDC7EA}"/>
              </a:ext>
            </a:extLst>
          </p:cNvPr>
          <p:cNvSpPr txBox="1"/>
          <p:nvPr/>
        </p:nvSpPr>
        <p:spPr>
          <a:xfrm rot="16200000">
            <a:off x="2883794" y="4375724"/>
            <a:ext cx="1367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Oportunidades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EAB939F-44EA-4972-88DC-098A964286E2}"/>
              </a:ext>
            </a:extLst>
          </p:cNvPr>
          <p:cNvSpPr txBox="1"/>
          <p:nvPr/>
        </p:nvSpPr>
        <p:spPr>
          <a:xfrm rot="5400000">
            <a:off x="7930726" y="4329558"/>
            <a:ext cx="136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Ameaças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BFE516E-D39C-45EB-AACB-F7D97A015E26}"/>
              </a:ext>
            </a:extLst>
          </p:cNvPr>
          <p:cNvSpPr txBox="1"/>
          <p:nvPr/>
        </p:nvSpPr>
        <p:spPr>
          <a:xfrm rot="5400000">
            <a:off x="7941736" y="1950553"/>
            <a:ext cx="136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Fraquezas</a:t>
            </a:r>
          </a:p>
        </p:txBody>
      </p:sp>
    </p:spTree>
    <p:extLst>
      <p:ext uri="{BB962C8B-B14F-4D97-AF65-F5344CB8AC3E}">
        <p14:creationId xmlns:p14="http://schemas.microsoft.com/office/powerpoint/2010/main" val="317419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2" grpId="0"/>
      <p:bldP spid="34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8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245" name="Oval 244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7" y="652896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 useBgFill="1">
        <p:nvSpPr>
          <p:cNvPr id="247" name="Rectangle 246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0F0EB4-888B-4AF2-97C0-DB927E98A0BF}"/>
              </a:ext>
            </a:extLst>
          </p:cNvPr>
          <p:cNvSpPr txBox="1"/>
          <p:nvPr/>
        </p:nvSpPr>
        <p:spPr>
          <a:xfrm>
            <a:off x="7889303" y="6054229"/>
            <a:ext cx="2576171" cy="335358"/>
          </a:xfrm>
          <a:prstGeom prst="rect">
            <a:avLst/>
          </a:prstGeom>
        </p:spPr>
        <p:txBody>
          <a:bodyPr vert="horz" lIns="91440" tIns="45721" rIns="91440" bIns="45721" rtlCol="0">
            <a:normAutofit lnSpcReduction="10000"/>
          </a:bodyPr>
          <a:lstStyle/>
          <a:p>
            <a:pPr algn="r">
              <a:lnSpc>
                <a:spcPct val="90000"/>
              </a:lnSpc>
              <a:spcBef>
                <a:spcPts val="1001"/>
              </a:spcBef>
              <a:spcAft>
                <a:spcPts val="601"/>
              </a:spcAft>
            </a:pPr>
            <a:r>
              <a:rPr lang="en-US" sz="1801" b="1" cap="all" spc="400" dirty="0" err="1"/>
              <a:t>Identificação</a:t>
            </a:r>
            <a:endParaRPr lang="en-US" sz="1801" b="1" cap="all" spc="400" dirty="0"/>
          </a:p>
        </p:txBody>
      </p: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</p:grp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55" name="Freeform: Shape 254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 useBgFill="1">
        <p:nvSpPr>
          <p:cNvPr id="257" name="Rectangle 256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6" y="1220740"/>
            <a:ext cx="4833900" cy="4258176"/>
          </a:xfrm>
          <a:prstGeom prst="rect">
            <a:avLst/>
          </a:prstGeom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6" y="1220740"/>
            <a:ext cx="4833900" cy="42581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5" y="4357094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5" y="4357094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D8E00FA-5561-4253-B903-92B49719E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11972" y="858937"/>
            <a:ext cx="693403" cy="693403"/>
            <a:chOff x="5211971" y="858936"/>
            <a:chExt cx="693403" cy="693403"/>
          </a:xfrm>
        </p:grpSpPr>
        <p:sp>
          <p:nvSpPr>
            <p:cNvPr id="266" name="Graphic 212">
              <a:extLst>
                <a:ext uri="{FF2B5EF4-FFF2-40B4-BE49-F238E27FC236}">
                  <a16:creationId xmlns:a16="http://schemas.microsoft.com/office/drawing/2014/main" id="{A753B935-E3DD-466D-BFAC-68E0BE02D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11971" y="858936"/>
              <a:ext cx="693403" cy="693403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/>
            </a:p>
          </p:txBody>
        </p:sp>
        <p:sp>
          <p:nvSpPr>
            <p:cNvPr id="267" name="Graphic 212">
              <a:extLst>
                <a:ext uri="{FF2B5EF4-FFF2-40B4-BE49-F238E27FC236}">
                  <a16:creationId xmlns:a16="http://schemas.microsoft.com/office/drawing/2014/main" id="{FB034F26-4148-4B59-B493-14D7A9A8B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11971" y="858936"/>
              <a:ext cx="693403" cy="693403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/>
            </a:p>
          </p:txBody>
        </p:sp>
      </p:grpSp>
      <p:grpSp>
        <p:nvGrpSpPr>
          <p:cNvPr id="269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5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7B1D3F6B-E9F1-4D04-BD01-773C311FC250}"/>
              </a:ext>
            </a:extLst>
          </p:cNvPr>
          <p:cNvSpPr txBox="1">
            <a:spLocks/>
          </p:cNvSpPr>
          <p:nvPr/>
        </p:nvSpPr>
        <p:spPr>
          <a:xfrm>
            <a:off x="1355336" y="275090"/>
            <a:ext cx="8748208" cy="5094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1" rIns="91440" bIns="45721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1"/>
              </a:spcAft>
            </a:pPr>
            <a:r>
              <a:rPr lang="en-US" sz="2800" b="1" cap="all" spc="1500" dirty="0" err="1">
                <a:ea typeface="Source Sans Pro SemiBold" panose="020B0603030403020204" pitchFamily="34" charset="0"/>
              </a:rPr>
              <a:t>estratégia</a:t>
            </a:r>
            <a:endParaRPr lang="en-US" sz="28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281" y="2056250"/>
            <a:ext cx="4833902" cy="2649717"/>
          </a:xfrm>
          <a:ln>
            <a:noFill/>
          </a:ln>
        </p:spPr>
        <p:txBody>
          <a:bodyPr vert="horz" lIns="91440" tIns="45721" rIns="91440" bIns="45721" rtlCol="0" anchor="b">
            <a:normAutofit/>
          </a:bodyPr>
          <a:lstStyle/>
          <a:p>
            <a:pPr algn="ctr"/>
            <a:r>
              <a:rPr lang="en-US" sz="3600" b="1" cap="all" spc="1500" dirty="0">
                <a:ea typeface="Source Sans Pro SemiBold" panose="020B0603030403020204" pitchFamily="34" charset="0"/>
              </a:rPr>
              <a:t>Open</a:t>
            </a:r>
            <a:br>
              <a:rPr lang="en-US" sz="3600" b="1" cap="all" spc="1500" dirty="0">
                <a:ea typeface="Source Sans Pro SemiBold" panose="020B0603030403020204" pitchFamily="34" charset="0"/>
              </a:rPr>
            </a:br>
            <a:r>
              <a:rPr lang="en-US" sz="3600" b="1" cap="all" spc="1500" dirty="0">
                <a:ea typeface="Source Sans Pro SemiBold" panose="020B0603030403020204" pitchFamily="34" charset="0"/>
              </a:rPr>
              <a:t> </a:t>
            </a:r>
            <a:br>
              <a:rPr lang="en-US" sz="3600" b="1" cap="all" spc="1500" dirty="0">
                <a:ea typeface="Source Sans Pro SemiBold" panose="020B0603030403020204" pitchFamily="34" charset="0"/>
              </a:rPr>
            </a:br>
            <a:r>
              <a:rPr lang="en-US" sz="3600" b="1" cap="all" spc="1500" dirty="0">
                <a:ea typeface="Source Sans Pro SemiBold" panose="020B0603030403020204" pitchFamily="34" charset="0"/>
              </a:rPr>
              <a:t>Roberta </a:t>
            </a:r>
            <a:br>
              <a:rPr lang="en-US" sz="3600" b="1" cap="all" spc="1500" dirty="0">
                <a:ea typeface="Source Sans Pro SemiBold" panose="020B0603030403020204" pitchFamily="34" charset="0"/>
              </a:rPr>
            </a:br>
            <a:br>
              <a:rPr lang="en-US" sz="3600" b="1" cap="all" spc="1500" dirty="0">
                <a:ea typeface="Source Sans Pro SemiBold" panose="020B0603030403020204" pitchFamily="34" charset="0"/>
              </a:rPr>
            </a:br>
            <a:r>
              <a:rPr lang="en-US" sz="3600" b="1" cap="all" spc="1500" dirty="0">
                <a:ea typeface="Source Sans Pro SemiBold" panose="020B0603030403020204" pitchFamily="34" charset="0"/>
              </a:rPr>
              <a:t>lab</a:t>
            </a:r>
          </a:p>
        </p:txBody>
      </p:sp>
      <p:pic>
        <p:nvPicPr>
          <p:cNvPr id="10" name="Imagem 9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6F9F161A-C2EA-4BB9-AC86-B2114639E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96" y="1875532"/>
            <a:ext cx="5263124" cy="301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11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8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6" name="Freeform: Shape 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7" y="652896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A1274F-9232-42BF-B9FE-B95EA14C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5AF1D6-62CC-4988-9174-993F112D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71"/>
            <a:ext cx="8751371" cy="540246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738" y="-7749"/>
            <a:ext cx="8637211" cy="650640"/>
          </a:xfrm>
        </p:spPr>
        <p:txBody>
          <a:bodyPr vert="horz" lIns="91440" tIns="45721" rIns="91440" bIns="45721" rtlCol="0" anchor="b">
            <a:noAutofit/>
          </a:bodyPr>
          <a:lstStyle/>
          <a:p>
            <a:pPr algn="r"/>
            <a:r>
              <a:rPr lang="en-US" sz="3200" b="1" cap="all" spc="1500">
                <a:ea typeface="Source Sans Pro SemiBold" panose="020B0603030403020204" pitchFamily="34" charset="0"/>
              </a:rPr>
              <a:t>estratégia</a:t>
            </a:r>
            <a:endParaRPr lang="en-US" sz="32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0F0EB4-888B-4AF2-97C0-DB927E98A0BF}"/>
              </a:ext>
            </a:extLst>
          </p:cNvPr>
          <p:cNvSpPr txBox="1"/>
          <p:nvPr/>
        </p:nvSpPr>
        <p:spPr>
          <a:xfrm>
            <a:off x="101584" y="273557"/>
            <a:ext cx="1517148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>
                <a:latin typeface="+mj-lt"/>
              </a:rPr>
              <a:t>Iteração  criação</a:t>
            </a:r>
            <a:endParaRPr lang="pt-BR" sz="1801" b="1" dirty="0">
              <a:latin typeface="+mj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pic>
        <p:nvPicPr>
          <p:cNvPr id="14" name="Imagem 13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F06FF9C6-671E-4B98-87CD-C12AFB2EEF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3" t="1414" r="748" b="1569"/>
          <a:stretch/>
        </p:blipFill>
        <p:spPr>
          <a:xfrm>
            <a:off x="3221502" y="1153550"/>
            <a:ext cx="5767799" cy="472674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21990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8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6" name="Freeform: Shape 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7" y="652896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A1274F-9232-42BF-B9FE-B95EA14C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5AF1D6-62CC-4988-9174-993F112D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71"/>
            <a:ext cx="8751371" cy="540246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738" y="-7749"/>
            <a:ext cx="8637211" cy="650640"/>
          </a:xfrm>
        </p:spPr>
        <p:txBody>
          <a:bodyPr vert="horz" lIns="91440" tIns="45721" rIns="91440" bIns="45721" rtlCol="0" anchor="b">
            <a:noAutofit/>
          </a:bodyPr>
          <a:lstStyle/>
          <a:p>
            <a:pPr algn="r"/>
            <a:r>
              <a:rPr lang="en-US" sz="3200" b="1" cap="all" spc="1500" dirty="0" err="1">
                <a:ea typeface="Source Sans Pro SemiBold" panose="020B0603030403020204" pitchFamily="34" charset="0"/>
              </a:rPr>
              <a:t>estratégia</a:t>
            </a:r>
            <a:endParaRPr lang="en-US" sz="32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0F0EB4-888B-4AF2-97C0-DB927E98A0BF}"/>
              </a:ext>
            </a:extLst>
          </p:cNvPr>
          <p:cNvSpPr txBox="1"/>
          <p:nvPr/>
        </p:nvSpPr>
        <p:spPr>
          <a:xfrm>
            <a:off x="101584" y="273557"/>
            <a:ext cx="151714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latin typeface="+mj-lt"/>
              </a:rPr>
              <a:t>Identificação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pic>
        <p:nvPicPr>
          <p:cNvPr id="10" name="Imagem 9" descr="Diagrama&#10;&#10;Descrição gerada automaticamente">
            <a:extLst>
              <a:ext uri="{FF2B5EF4-FFF2-40B4-BE49-F238E27FC236}">
                <a16:creationId xmlns:a16="http://schemas.microsoft.com/office/drawing/2014/main" id="{1A80481B-51C4-4CDF-9AE7-CB82195F76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5" t="1760" r="1668" b="3470"/>
          <a:stretch/>
        </p:blipFill>
        <p:spPr>
          <a:xfrm>
            <a:off x="1963436" y="1370659"/>
            <a:ext cx="8264781" cy="403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24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8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6" name="Freeform: Shape 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7" y="652896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A1274F-9232-42BF-B9FE-B95EA14C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5AF1D6-62CC-4988-9174-993F112D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71"/>
            <a:ext cx="8751371" cy="540246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738" y="-7749"/>
            <a:ext cx="8637211" cy="650640"/>
          </a:xfrm>
        </p:spPr>
        <p:txBody>
          <a:bodyPr vert="horz" lIns="91440" tIns="45721" rIns="91440" bIns="45721" rtlCol="0" anchor="b">
            <a:noAutofit/>
          </a:bodyPr>
          <a:lstStyle/>
          <a:p>
            <a:pPr algn="r"/>
            <a:r>
              <a:rPr lang="en-US" sz="3200" b="1" cap="all" spc="1500" dirty="0" err="1">
                <a:ea typeface="Source Sans Pro SemiBold" panose="020B0603030403020204" pitchFamily="34" charset="0"/>
              </a:rPr>
              <a:t>Ciclo</a:t>
            </a:r>
            <a:r>
              <a:rPr lang="en-US" sz="3200" b="1" cap="all" spc="1500" dirty="0">
                <a:ea typeface="Source Sans Pro SemiBold" panose="020B0603030403020204" pitchFamily="34" charset="0"/>
              </a:rPr>
              <a:t> </a:t>
            </a:r>
            <a:r>
              <a:rPr lang="en-US" sz="3200" b="1" cap="all" spc="1500" dirty="0" err="1">
                <a:ea typeface="Source Sans Pro SemiBold" panose="020B0603030403020204" pitchFamily="34" charset="0"/>
              </a:rPr>
              <a:t>Pdca</a:t>
            </a:r>
            <a:endParaRPr lang="en-US" sz="32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0F0EB4-888B-4AF2-97C0-DB927E98A0BF}"/>
              </a:ext>
            </a:extLst>
          </p:cNvPr>
          <p:cNvSpPr txBox="1"/>
          <p:nvPr/>
        </p:nvSpPr>
        <p:spPr>
          <a:xfrm>
            <a:off x="101584" y="273557"/>
            <a:ext cx="1517148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latin typeface="+mj-lt"/>
              </a:rPr>
              <a:t>Iteração</a:t>
            </a:r>
          </a:p>
          <a:p>
            <a:r>
              <a:rPr lang="pt-BR" sz="1801" b="1" dirty="0">
                <a:latin typeface="+mj-lt"/>
              </a:rPr>
              <a:t>Criação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68E1E654-DA94-40B3-9644-610E087ACE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2858173"/>
              </p:ext>
            </p:extLst>
          </p:nvPr>
        </p:nvGraphicFramePr>
        <p:xfrm>
          <a:off x="2229396" y="846252"/>
          <a:ext cx="7733208" cy="5165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532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042" y="-134049"/>
            <a:ext cx="8989057" cy="1314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800" b="1" cap="all" spc="1500" dirty="0" err="1"/>
              <a:t>Tabela</a:t>
            </a:r>
            <a:r>
              <a:rPr lang="en-US" sz="2800" b="1" cap="all" spc="1500" dirty="0"/>
              <a:t> de </a:t>
            </a:r>
            <a:r>
              <a:rPr lang="en-US" sz="2800" b="1" cap="all" spc="1500" dirty="0" err="1"/>
              <a:t>assertividade</a:t>
            </a:r>
            <a:r>
              <a:rPr lang="en-US" sz="2800" b="1" cap="all" spc="1500" dirty="0"/>
              <a:t> </a:t>
            </a:r>
          </a:p>
        </p:txBody>
      </p:sp>
      <p:grpSp>
        <p:nvGrpSpPr>
          <p:cNvPr id="60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sp>
        <p:nvSpPr>
          <p:cNvPr id="53" name="Título 1">
            <a:extLst>
              <a:ext uri="{FF2B5EF4-FFF2-40B4-BE49-F238E27FC236}">
                <a16:creationId xmlns:a16="http://schemas.microsoft.com/office/drawing/2014/main" id="{3864D31E-62BC-4350-B3C2-452468F43875}"/>
              </a:ext>
            </a:extLst>
          </p:cNvPr>
          <p:cNvSpPr txBox="1">
            <a:spLocks/>
          </p:cNvSpPr>
          <p:nvPr/>
        </p:nvSpPr>
        <p:spPr>
          <a:xfrm>
            <a:off x="6096000" y="5141757"/>
            <a:ext cx="4834021" cy="1314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sz="1800" b="1" cap="all" spc="1500" dirty="0" err="1"/>
              <a:t>Primeira</a:t>
            </a:r>
            <a:r>
              <a:rPr lang="en-US" sz="1800" b="1" cap="all" spc="1500" dirty="0"/>
              <a:t> </a:t>
            </a:r>
            <a:r>
              <a:rPr lang="en-US" sz="1800" b="1" cap="all" spc="1500" dirty="0" err="1"/>
              <a:t>saída</a:t>
            </a:r>
            <a:endParaRPr lang="en-US" sz="1800" b="1" cap="all" spc="1500" dirty="0"/>
          </a:p>
        </p:txBody>
      </p:sp>
      <p:graphicFrame>
        <p:nvGraphicFramePr>
          <p:cNvPr id="3" name="Tabela 3">
            <a:extLst>
              <a:ext uri="{FF2B5EF4-FFF2-40B4-BE49-F238E27FC236}">
                <a16:creationId xmlns:a16="http://schemas.microsoft.com/office/drawing/2014/main" id="{78B4D179-CBB2-4C6F-AA73-2076E04EA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373704"/>
              </p:ext>
            </p:extLst>
          </p:nvPr>
        </p:nvGraphicFramePr>
        <p:xfrm>
          <a:off x="1452453" y="2738436"/>
          <a:ext cx="9766889" cy="2638116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807522">
                  <a:extLst>
                    <a:ext uri="{9D8B030D-6E8A-4147-A177-3AD203B41FA5}">
                      <a16:colId xmlns:a16="http://schemas.microsoft.com/office/drawing/2014/main" val="4070593459"/>
                    </a:ext>
                  </a:extLst>
                </a:gridCol>
                <a:gridCol w="968276">
                  <a:extLst>
                    <a:ext uri="{9D8B030D-6E8A-4147-A177-3AD203B41FA5}">
                      <a16:colId xmlns:a16="http://schemas.microsoft.com/office/drawing/2014/main" val="2889962912"/>
                    </a:ext>
                  </a:extLst>
                </a:gridCol>
                <a:gridCol w="887899">
                  <a:extLst>
                    <a:ext uri="{9D8B030D-6E8A-4147-A177-3AD203B41FA5}">
                      <a16:colId xmlns:a16="http://schemas.microsoft.com/office/drawing/2014/main" val="675788798"/>
                    </a:ext>
                  </a:extLst>
                </a:gridCol>
                <a:gridCol w="887899">
                  <a:extLst>
                    <a:ext uri="{9D8B030D-6E8A-4147-A177-3AD203B41FA5}">
                      <a16:colId xmlns:a16="http://schemas.microsoft.com/office/drawing/2014/main" val="1355005409"/>
                    </a:ext>
                  </a:extLst>
                </a:gridCol>
                <a:gridCol w="887899">
                  <a:extLst>
                    <a:ext uri="{9D8B030D-6E8A-4147-A177-3AD203B41FA5}">
                      <a16:colId xmlns:a16="http://schemas.microsoft.com/office/drawing/2014/main" val="3792756281"/>
                    </a:ext>
                  </a:extLst>
                </a:gridCol>
                <a:gridCol w="887899">
                  <a:extLst>
                    <a:ext uri="{9D8B030D-6E8A-4147-A177-3AD203B41FA5}">
                      <a16:colId xmlns:a16="http://schemas.microsoft.com/office/drawing/2014/main" val="2277031609"/>
                    </a:ext>
                  </a:extLst>
                </a:gridCol>
                <a:gridCol w="887899">
                  <a:extLst>
                    <a:ext uri="{9D8B030D-6E8A-4147-A177-3AD203B41FA5}">
                      <a16:colId xmlns:a16="http://schemas.microsoft.com/office/drawing/2014/main" val="1985045630"/>
                    </a:ext>
                  </a:extLst>
                </a:gridCol>
                <a:gridCol w="887899">
                  <a:extLst>
                    <a:ext uri="{9D8B030D-6E8A-4147-A177-3AD203B41FA5}">
                      <a16:colId xmlns:a16="http://schemas.microsoft.com/office/drawing/2014/main" val="1078356338"/>
                    </a:ext>
                  </a:extLst>
                </a:gridCol>
                <a:gridCol w="887899">
                  <a:extLst>
                    <a:ext uri="{9D8B030D-6E8A-4147-A177-3AD203B41FA5}">
                      <a16:colId xmlns:a16="http://schemas.microsoft.com/office/drawing/2014/main" val="1655452821"/>
                    </a:ext>
                  </a:extLst>
                </a:gridCol>
                <a:gridCol w="887899">
                  <a:extLst>
                    <a:ext uri="{9D8B030D-6E8A-4147-A177-3AD203B41FA5}">
                      <a16:colId xmlns:a16="http://schemas.microsoft.com/office/drawing/2014/main" val="2607144178"/>
                    </a:ext>
                  </a:extLst>
                </a:gridCol>
                <a:gridCol w="887899">
                  <a:extLst>
                    <a:ext uri="{9D8B030D-6E8A-4147-A177-3AD203B41FA5}">
                      <a16:colId xmlns:a16="http://schemas.microsoft.com/office/drawing/2014/main" val="541726365"/>
                    </a:ext>
                  </a:extLst>
                </a:gridCol>
              </a:tblGrid>
              <a:tr h="659529">
                <a:tc>
                  <a:txBody>
                    <a:bodyPr/>
                    <a:lstStyle/>
                    <a:p>
                      <a:r>
                        <a:rPr lang="pt-BR" sz="1200" dirty="0"/>
                        <a:t>1° tentativa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2° </a:t>
                      </a:r>
                    </a:p>
                    <a:p>
                      <a:r>
                        <a:rPr lang="pt-BR" sz="1200" dirty="0"/>
                        <a:t>tentativa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3° </a:t>
                      </a:r>
                    </a:p>
                    <a:p>
                      <a:r>
                        <a:rPr lang="pt-BR" sz="1200" dirty="0"/>
                        <a:t>tentativa</a:t>
                      </a:r>
                    </a:p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4° </a:t>
                      </a:r>
                    </a:p>
                    <a:p>
                      <a:r>
                        <a:rPr lang="pt-BR" sz="1200" dirty="0"/>
                        <a:t>tentativa</a:t>
                      </a:r>
                    </a:p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5° </a:t>
                      </a:r>
                    </a:p>
                    <a:p>
                      <a:r>
                        <a:rPr lang="pt-BR" sz="1200" dirty="0"/>
                        <a:t>tentativa</a:t>
                      </a:r>
                    </a:p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6° </a:t>
                      </a:r>
                    </a:p>
                    <a:p>
                      <a:r>
                        <a:rPr lang="pt-BR" sz="1200" dirty="0"/>
                        <a:t>tentativa</a:t>
                      </a:r>
                    </a:p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7° </a:t>
                      </a:r>
                    </a:p>
                    <a:p>
                      <a:r>
                        <a:rPr lang="pt-BR" sz="1200" dirty="0"/>
                        <a:t>tentativa</a:t>
                      </a:r>
                    </a:p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8° </a:t>
                      </a:r>
                    </a:p>
                    <a:p>
                      <a:r>
                        <a:rPr lang="pt-BR" sz="1200" dirty="0"/>
                        <a:t>tentativa</a:t>
                      </a:r>
                    </a:p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9° </a:t>
                      </a:r>
                    </a:p>
                    <a:p>
                      <a:r>
                        <a:rPr lang="pt-BR" sz="1200" dirty="0"/>
                        <a:t>tentativa</a:t>
                      </a:r>
                    </a:p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10° </a:t>
                      </a:r>
                    </a:p>
                    <a:p>
                      <a:r>
                        <a:rPr lang="pt-BR" sz="1200" dirty="0"/>
                        <a:t>tentativa</a:t>
                      </a:r>
                    </a:p>
                    <a:p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Número de acertos em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858759"/>
                  </a:ext>
                </a:extLst>
              </a:tr>
              <a:tr h="659529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358003"/>
                  </a:ext>
                </a:extLst>
              </a:tr>
              <a:tr h="659529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897969"/>
                  </a:ext>
                </a:extLst>
              </a:tr>
              <a:tr h="659529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21009"/>
                  </a:ext>
                </a:extLst>
              </a:tr>
            </a:tbl>
          </a:graphicData>
        </a:graphic>
      </p:graphicFrame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0900FEFC-9E4D-477F-BBD5-614745F27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639171"/>
              </p:ext>
            </p:extLst>
          </p:nvPr>
        </p:nvGraphicFramePr>
        <p:xfrm>
          <a:off x="168415" y="3371993"/>
          <a:ext cx="1284038" cy="200455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84038">
                  <a:extLst>
                    <a:ext uri="{9D8B030D-6E8A-4147-A177-3AD203B41FA5}">
                      <a16:colId xmlns:a16="http://schemas.microsoft.com/office/drawing/2014/main" val="2884632246"/>
                    </a:ext>
                  </a:extLst>
                </a:gridCol>
              </a:tblGrid>
              <a:tr h="672147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  <a:p>
                      <a:pPr algn="ctr"/>
                      <a:r>
                        <a:rPr lang="pt-BR" dirty="0"/>
                        <a:t>M03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367707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endParaRPr lang="pt-BR" dirty="0"/>
                    </a:p>
                    <a:p>
                      <a:pPr algn="ctr"/>
                      <a:r>
                        <a:rPr lang="pt-BR" b="1" dirty="0"/>
                        <a:t>M08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80517"/>
                  </a:ext>
                </a:extLst>
              </a:tr>
              <a:tr h="679269">
                <a:tc>
                  <a:txBody>
                    <a:bodyPr/>
                    <a:lstStyle/>
                    <a:p>
                      <a:pPr algn="ctr"/>
                      <a:endParaRPr lang="pt-BR" b="1" dirty="0"/>
                    </a:p>
                    <a:p>
                      <a:pPr algn="ctr"/>
                      <a:r>
                        <a:rPr lang="pt-BR" b="1" dirty="0"/>
                        <a:t>M10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806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27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8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245" name="Oval 244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7" y="652896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 useBgFill="1">
        <p:nvSpPr>
          <p:cNvPr id="247" name="Rectangle 246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0F0EB4-888B-4AF2-97C0-DB927E98A0BF}"/>
              </a:ext>
            </a:extLst>
          </p:cNvPr>
          <p:cNvSpPr txBox="1"/>
          <p:nvPr/>
        </p:nvSpPr>
        <p:spPr>
          <a:xfrm>
            <a:off x="7889303" y="6054229"/>
            <a:ext cx="2576171" cy="335358"/>
          </a:xfrm>
          <a:prstGeom prst="rect">
            <a:avLst/>
          </a:prstGeom>
        </p:spPr>
        <p:txBody>
          <a:bodyPr vert="horz" lIns="91440" tIns="45721" rIns="91440" bIns="45721" rtlCol="0">
            <a:normAutofit lnSpcReduction="10000"/>
          </a:bodyPr>
          <a:lstStyle/>
          <a:p>
            <a:pPr algn="r">
              <a:lnSpc>
                <a:spcPct val="90000"/>
              </a:lnSpc>
              <a:spcBef>
                <a:spcPts val="1001"/>
              </a:spcBef>
              <a:spcAft>
                <a:spcPts val="601"/>
              </a:spcAft>
            </a:pPr>
            <a:r>
              <a:rPr lang="en-US" sz="1801" b="1" cap="all" spc="400" dirty="0" err="1"/>
              <a:t>criação</a:t>
            </a:r>
            <a:endParaRPr lang="en-US" sz="1801" b="1" cap="all" spc="400" dirty="0"/>
          </a:p>
        </p:txBody>
      </p: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</p:grp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55" name="Freeform: Shape 254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 useBgFill="1">
        <p:nvSpPr>
          <p:cNvPr id="257" name="Rectangle 256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6" y="1220740"/>
            <a:ext cx="4833900" cy="4258176"/>
          </a:xfrm>
          <a:prstGeom prst="rect">
            <a:avLst/>
          </a:prstGeom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6" y="1220740"/>
            <a:ext cx="4833900" cy="42581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5" y="4357094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5" y="4357094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D8E00FA-5561-4253-B903-92B49719E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11972" y="858937"/>
            <a:ext cx="693403" cy="693403"/>
            <a:chOff x="5211971" y="858936"/>
            <a:chExt cx="693403" cy="693403"/>
          </a:xfrm>
        </p:grpSpPr>
        <p:sp>
          <p:nvSpPr>
            <p:cNvPr id="266" name="Graphic 212">
              <a:extLst>
                <a:ext uri="{FF2B5EF4-FFF2-40B4-BE49-F238E27FC236}">
                  <a16:creationId xmlns:a16="http://schemas.microsoft.com/office/drawing/2014/main" id="{A753B935-E3DD-466D-BFAC-68E0BE02D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11971" y="858936"/>
              <a:ext cx="693403" cy="693403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/>
            </a:p>
          </p:txBody>
        </p:sp>
        <p:sp>
          <p:nvSpPr>
            <p:cNvPr id="267" name="Graphic 212">
              <a:extLst>
                <a:ext uri="{FF2B5EF4-FFF2-40B4-BE49-F238E27FC236}">
                  <a16:creationId xmlns:a16="http://schemas.microsoft.com/office/drawing/2014/main" id="{FB034F26-4148-4B59-B493-14D7A9A8B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11971" y="858936"/>
              <a:ext cx="693403" cy="693403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1"/>
            </a:p>
          </p:txBody>
        </p:sp>
      </p:grpSp>
      <p:grpSp>
        <p:nvGrpSpPr>
          <p:cNvPr id="269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5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7B1D3F6B-E9F1-4D04-BD01-773C311FC250}"/>
              </a:ext>
            </a:extLst>
          </p:cNvPr>
          <p:cNvSpPr txBox="1">
            <a:spLocks/>
          </p:cNvSpPr>
          <p:nvPr/>
        </p:nvSpPr>
        <p:spPr>
          <a:xfrm>
            <a:off x="1355336" y="275090"/>
            <a:ext cx="8748208" cy="5094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1" rIns="91440" bIns="45721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1"/>
              </a:spcAft>
            </a:pPr>
            <a:r>
              <a:rPr lang="en-US" sz="2800" b="1" cap="all" spc="1500" dirty="0" err="1">
                <a:ea typeface="Source Sans Pro SemiBold" panose="020B0603030403020204" pitchFamily="34" charset="0"/>
              </a:rPr>
              <a:t>garras</a:t>
            </a:r>
            <a:endParaRPr lang="en-US" sz="28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D38B9592-F5C2-45F3-A964-0D4F70FA6B51}"/>
              </a:ext>
            </a:extLst>
          </p:cNvPr>
          <p:cNvSpPr/>
          <p:nvPr/>
        </p:nvSpPr>
        <p:spPr>
          <a:xfrm>
            <a:off x="1872642" y="1487548"/>
            <a:ext cx="1620000" cy="162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/>
                </a:solidFill>
              </a:rPr>
              <a:t>Sistemas passivos 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D5611780-4DC5-49EA-B617-9DED49DC219C}"/>
              </a:ext>
            </a:extLst>
          </p:cNvPr>
          <p:cNvSpPr/>
          <p:nvPr/>
        </p:nvSpPr>
        <p:spPr>
          <a:xfrm>
            <a:off x="1861854" y="3477988"/>
            <a:ext cx="1620000" cy="162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/>
                </a:solidFill>
              </a:rPr>
              <a:t>Presas</a:t>
            </a:r>
            <a:r>
              <a:rPr lang="pt-BR" sz="1600" b="1" dirty="0">
                <a:solidFill>
                  <a:srgbClr val="FEC200"/>
                </a:solidFill>
              </a:rPr>
              <a:t> </a:t>
            </a:r>
            <a:r>
              <a:rPr lang="pt-BR" sz="1600" b="1" dirty="0">
                <a:solidFill>
                  <a:schemeClr val="bg1"/>
                </a:solidFill>
              </a:rPr>
              <a:t>por</a:t>
            </a:r>
            <a:r>
              <a:rPr lang="pt-BR" sz="1600" b="1" dirty="0">
                <a:solidFill>
                  <a:srgbClr val="FEC200"/>
                </a:solidFill>
              </a:rPr>
              <a:t> </a:t>
            </a:r>
            <a:r>
              <a:rPr lang="pt-BR" sz="1600" b="1" dirty="0">
                <a:solidFill>
                  <a:schemeClr val="bg1"/>
                </a:solidFill>
              </a:rPr>
              <a:t>gravidade</a:t>
            </a: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8DF41E69-2E81-4D77-9AC0-B98A584FC325}"/>
              </a:ext>
            </a:extLst>
          </p:cNvPr>
          <p:cNvSpPr/>
          <p:nvPr/>
        </p:nvSpPr>
        <p:spPr>
          <a:xfrm>
            <a:off x="3982201" y="1487548"/>
            <a:ext cx="1620000" cy="162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/>
                </a:solidFill>
              </a:rPr>
              <a:t>Alinhamento mecânico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DCF70879-04A4-42C3-9C5F-484F62BAD113}"/>
              </a:ext>
            </a:extLst>
          </p:cNvPr>
          <p:cNvSpPr/>
          <p:nvPr/>
        </p:nvSpPr>
        <p:spPr>
          <a:xfrm>
            <a:off x="4032624" y="3477988"/>
            <a:ext cx="1620000" cy="162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/>
                </a:solidFill>
              </a:rPr>
              <a:t>Separadas por cor</a:t>
            </a:r>
          </a:p>
        </p:txBody>
      </p:sp>
      <p:pic>
        <p:nvPicPr>
          <p:cNvPr id="5" name="Imagem 4" descr="Imagem de vídeo game&#10;&#10;Descrição gerada automaticamente com confiança média">
            <a:extLst>
              <a:ext uri="{FF2B5EF4-FFF2-40B4-BE49-F238E27FC236}">
                <a16:creationId xmlns:a16="http://schemas.microsoft.com/office/drawing/2014/main" id="{4A340404-8223-411D-98E5-B262ECD5E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173" y="1300736"/>
            <a:ext cx="5677568" cy="425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46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8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6" name="Freeform: Shape 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7" y="652896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A1274F-9232-42BF-B9FE-B95EA14C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5AF1D6-62CC-4988-9174-993F112D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71"/>
            <a:ext cx="8751371" cy="540246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738" y="-7749"/>
            <a:ext cx="8637211" cy="650640"/>
          </a:xfrm>
        </p:spPr>
        <p:txBody>
          <a:bodyPr vert="horz" lIns="91440" tIns="45721" rIns="91440" bIns="45721" rtlCol="0" anchor="b">
            <a:noAutofit/>
          </a:bodyPr>
          <a:lstStyle/>
          <a:p>
            <a:pPr algn="r"/>
            <a:r>
              <a:rPr lang="en-US" sz="3200" b="1" cap="all" spc="1500" dirty="0" err="1">
                <a:ea typeface="Source Sans Pro SemiBold" panose="020B0603030403020204" pitchFamily="34" charset="0"/>
              </a:rPr>
              <a:t>Programação</a:t>
            </a:r>
            <a:endParaRPr lang="en-US" sz="32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0F0EB4-888B-4AF2-97C0-DB927E98A0BF}"/>
              </a:ext>
            </a:extLst>
          </p:cNvPr>
          <p:cNvSpPr txBox="1"/>
          <p:nvPr/>
        </p:nvSpPr>
        <p:spPr>
          <a:xfrm>
            <a:off x="101584" y="273557"/>
            <a:ext cx="151714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latin typeface="+mj-lt"/>
              </a:rPr>
              <a:t>Criação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pic>
        <p:nvPicPr>
          <p:cNvPr id="10" name="Imagem 9" descr="Tela de celular com publicação numa rede social&#10;&#10;Descrição gerada automaticamente com confiança média">
            <a:extLst>
              <a:ext uri="{FF2B5EF4-FFF2-40B4-BE49-F238E27FC236}">
                <a16:creationId xmlns:a16="http://schemas.microsoft.com/office/drawing/2014/main" id="{54CE7C9D-6ACE-4A53-A954-389D1C963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314" y="4046202"/>
            <a:ext cx="8751371" cy="13612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A36C4973-6418-4656-9A72-EE3DF0FC8905}"/>
              </a:ext>
            </a:extLst>
          </p:cNvPr>
          <p:cNvSpPr txBox="1"/>
          <p:nvPr/>
        </p:nvSpPr>
        <p:spPr>
          <a:xfrm>
            <a:off x="6403694" y="5418938"/>
            <a:ext cx="5839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Programação utilizada para calibrar os sensores do robô</a:t>
            </a: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816938C7-B09E-4265-A155-39601C2CEFEC}"/>
              </a:ext>
            </a:extLst>
          </p:cNvPr>
          <p:cNvSpPr/>
          <p:nvPr/>
        </p:nvSpPr>
        <p:spPr>
          <a:xfrm>
            <a:off x="2272901" y="979926"/>
            <a:ext cx="1620000" cy="162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Feita em </a:t>
            </a:r>
            <a:r>
              <a:rPr lang="pt-BR" sz="1400" b="1" dirty="0" err="1">
                <a:solidFill>
                  <a:schemeClr val="bg1"/>
                </a:solidFill>
              </a:rPr>
              <a:t>Myblocks</a:t>
            </a:r>
            <a:r>
              <a:rPr lang="pt-BR" sz="1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A29535E0-3012-41F2-A4B9-8E15025FABA3}"/>
              </a:ext>
            </a:extLst>
          </p:cNvPr>
          <p:cNvSpPr/>
          <p:nvPr/>
        </p:nvSpPr>
        <p:spPr>
          <a:xfrm>
            <a:off x="4258085" y="2149203"/>
            <a:ext cx="1620000" cy="162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Utilização de nomes intuitivos 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64AD4449-89B2-4FBD-9BC1-D8AAEE3E1E08}"/>
              </a:ext>
            </a:extLst>
          </p:cNvPr>
          <p:cNvSpPr/>
          <p:nvPr/>
        </p:nvSpPr>
        <p:spPr>
          <a:xfrm>
            <a:off x="6243269" y="1124561"/>
            <a:ext cx="1620000" cy="16200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bg1"/>
                </a:solidFill>
              </a:rPr>
              <a:t>Presença de comentários explicativos </a:t>
            </a:r>
          </a:p>
        </p:txBody>
      </p:sp>
      <p:sp>
        <p:nvSpPr>
          <p:cNvPr id="20" name="Seta: para a Direita Listrada 19">
            <a:extLst>
              <a:ext uri="{FF2B5EF4-FFF2-40B4-BE49-F238E27FC236}">
                <a16:creationId xmlns:a16="http://schemas.microsoft.com/office/drawing/2014/main" id="{892693D4-4D32-47CA-9C7D-5F22235092EE}"/>
              </a:ext>
            </a:extLst>
          </p:cNvPr>
          <p:cNvSpPr/>
          <p:nvPr/>
        </p:nvSpPr>
        <p:spPr>
          <a:xfrm rot="2143422">
            <a:off x="7837455" y="2338399"/>
            <a:ext cx="862149" cy="528399"/>
          </a:xfrm>
          <a:prstGeom prst="striped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211C471A-05A3-40B3-BDBE-FEBCFE2B4A1C}"/>
              </a:ext>
            </a:extLst>
          </p:cNvPr>
          <p:cNvSpPr/>
          <p:nvPr/>
        </p:nvSpPr>
        <p:spPr>
          <a:xfrm>
            <a:off x="8694797" y="2508885"/>
            <a:ext cx="1325462" cy="13546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/>
                </a:solidFill>
              </a:rPr>
              <a:t>Documentação</a:t>
            </a:r>
          </a:p>
        </p:txBody>
      </p:sp>
    </p:spTree>
    <p:extLst>
      <p:ext uri="{BB962C8B-B14F-4D97-AF65-F5344CB8AC3E}">
        <p14:creationId xmlns:p14="http://schemas.microsoft.com/office/powerpoint/2010/main" val="332414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043" y="-134049"/>
            <a:ext cx="4834021" cy="1314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800" b="1" cap="all" spc="1500" dirty="0" err="1"/>
              <a:t>Programação</a:t>
            </a:r>
            <a:endParaRPr lang="en-US" sz="2800" b="1" cap="all" spc="1500" dirty="0"/>
          </a:p>
        </p:txBody>
      </p:sp>
      <p:grpSp>
        <p:nvGrpSpPr>
          <p:cNvPr id="60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sp>
        <p:nvSpPr>
          <p:cNvPr id="53" name="Título 1">
            <a:extLst>
              <a:ext uri="{FF2B5EF4-FFF2-40B4-BE49-F238E27FC236}">
                <a16:creationId xmlns:a16="http://schemas.microsoft.com/office/drawing/2014/main" id="{3864D31E-62BC-4350-B3C2-452468F43875}"/>
              </a:ext>
            </a:extLst>
          </p:cNvPr>
          <p:cNvSpPr txBox="1">
            <a:spLocks/>
          </p:cNvSpPr>
          <p:nvPr/>
        </p:nvSpPr>
        <p:spPr>
          <a:xfrm>
            <a:off x="6471444" y="5086130"/>
            <a:ext cx="4834021" cy="1314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sz="1800" b="1" cap="all" spc="1500" dirty="0" err="1"/>
              <a:t>Alinhamentos</a:t>
            </a:r>
            <a:endParaRPr lang="en-US" sz="1800" b="1" cap="all" spc="1500" dirty="0"/>
          </a:p>
        </p:txBody>
      </p:sp>
      <p:sp>
        <p:nvSpPr>
          <p:cNvPr id="46" name="Seta: para a Direita Listrada 45">
            <a:extLst>
              <a:ext uri="{FF2B5EF4-FFF2-40B4-BE49-F238E27FC236}">
                <a16:creationId xmlns:a16="http://schemas.microsoft.com/office/drawing/2014/main" id="{90067140-849B-42EB-8CE5-00F5264DD9CD}"/>
              </a:ext>
            </a:extLst>
          </p:cNvPr>
          <p:cNvSpPr/>
          <p:nvPr/>
        </p:nvSpPr>
        <p:spPr>
          <a:xfrm rot="5400000">
            <a:off x="9371778" y="2399416"/>
            <a:ext cx="568527" cy="435753"/>
          </a:xfrm>
          <a:prstGeom prst="strip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9" name="Imagem 48" descr="Interface gráfica do usuário, Diagrama&#10;&#10;Descrição gerada automaticamente">
            <a:extLst>
              <a:ext uri="{FF2B5EF4-FFF2-40B4-BE49-F238E27FC236}">
                <a16:creationId xmlns:a16="http://schemas.microsoft.com/office/drawing/2014/main" id="{9FA9051F-575F-4820-BA50-1BC7A103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093" y="732391"/>
            <a:ext cx="1389896" cy="1321763"/>
          </a:xfrm>
          <a:prstGeom prst="rect">
            <a:avLst/>
          </a:prstGeom>
        </p:spPr>
      </p:pic>
      <p:pic>
        <p:nvPicPr>
          <p:cNvPr id="55" name="Imagem 54" descr="Interface gráfica do usuário, Aplicativo, Word&#10;&#10;Descrição gerada automaticamente">
            <a:extLst>
              <a:ext uri="{FF2B5EF4-FFF2-40B4-BE49-F238E27FC236}">
                <a16:creationId xmlns:a16="http://schemas.microsoft.com/office/drawing/2014/main" id="{8B7317EE-B848-42CA-8901-4ACE93498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185030"/>
            <a:ext cx="12184175" cy="23148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133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043" y="-134049"/>
            <a:ext cx="4834021" cy="1314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800" b="1" cap="all" spc="1500" dirty="0" err="1"/>
              <a:t>Programação</a:t>
            </a:r>
            <a:endParaRPr lang="en-US" sz="2800" b="1" cap="all" spc="1500" dirty="0"/>
          </a:p>
        </p:txBody>
      </p:sp>
      <p:grpSp>
        <p:nvGrpSpPr>
          <p:cNvPr id="60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sp>
        <p:nvSpPr>
          <p:cNvPr id="53" name="Título 1">
            <a:extLst>
              <a:ext uri="{FF2B5EF4-FFF2-40B4-BE49-F238E27FC236}">
                <a16:creationId xmlns:a16="http://schemas.microsoft.com/office/drawing/2014/main" id="{3864D31E-62BC-4350-B3C2-452468F43875}"/>
              </a:ext>
            </a:extLst>
          </p:cNvPr>
          <p:cNvSpPr txBox="1">
            <a:spLocks/>
          </p:cNvSpPr>
          <p:nvPr/>
        </p:nvSpPr>
        <p:spPr>
          <a:xfrm>
            <a:off x="6471444" y="5086130"/>
            <a:ext cx="4834021" cy="1314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sz="1800" b="1" cap="all" spc="1500" dirty="0" err="1"/>
              <a:t>Alinhamentos</a:t>
            </a:r>
            <a:endParaRPr lang="en-US" sz="1800" b="1" cap="all" spc="1500" dirty="0"/>
          </a:p>
        </p:txBody>
      </p:sp>
      <p:sp>
        <p:nvSpPr>
          <p:cNvPr id="46" name="Seta: para a Direita Listrada 45">
            <a:extLst>
              <a:ext uri="{FF2B5EF4-FFF2-40B4-BE49-F238E27FC236}">
                <a16:creationId xmlns:a16="http://schemas.microsoft.com/office/drawing/2014/main" id="{90067140-849B-42EB-8CE5-00F5264DD9CD}"/>
              </a:ext>
            </a:extLst>
          </p:cNvPr>
          <p:cNvSpPr/>
          <p:nvPr/>
        </p:nvSpPr>
        <p:spPr>
          <a:xfrm rot="5400000">
            <a:off x="9371774" y="2229521"/>
            <a:ext cx="568527" cy="435753"/>
          </a:xfrm>
          <a:prstGeom prst="strip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Interface gráfica do usuário&#10;&#10;Descrição gerada automaticamente">
            <a:extLst>
              <a:ext uri="{FF2B5EF4-FFF2-40B4-BE49-F238E27FC236}">
                <a16:creationId xmlns:a16="http://schemas.microsoft.com/office/drawing/2014/main" id="{B16751A3-1C9F-46C3-A502-B76BDC208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3430" y="732391"/>
            <a:ext cx="1765217" cy="12552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m 5" descr="Interface gráfica do usuário, Word&#10;&#10;Descrição gerada automaticamente">
            <a:extLst>
              <a:ext uri="{FF2B5EF4-FFF2-40B4-BE49-F238E27FC236}">
                <a16:creationId xmlns:a16="http://schemas.microsoft.com/office/drawing/2014/main" id="{846D3D05-D013-49B3-BE69-F44DBD65F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70" y="2912237"/>
            <a:ext cx="11526859" cy="29055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240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043" y="-134049"/>
            <a:ext cx="4834021" cy="1314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800" b="1" cap="all" spc="1500" dirty="0" err="1"/>
              <a:t>Programação</a:t>
            </a:r>
            <a:endParaRPr lang="en-US" sz="2800" b="1" cap="all" spc="1500" dirty="0"/>
          </a:p>
        </p:txBody>
      </p:sp>
      <p:grpSp>
        <p:nvGrpSpPr>
          <p:cNvPr id="60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sp>
        <p:nvSpPr>
          <p:cNvPr id="53" name="Título 1">
            <a:extLst>
              <a:ext uri="{FF2B5EF4-FFF2-40B4-BE49-F238E27FC236}">
                <a16:creationId xmlns:a16="http://schemas.microsoft.com/office/drawing/2014/main" id="{3864D31E-62BC-4350-B3C2-452468F43875}"/>
              </a:ext>
            </a:extLst>
          </p:cNvPr>
          <p:cNvSpPr txBox="1">
            <a:spLocks/>
          </p:cNvSpPr>
          <p:nvPr/>
        </p:nvSpPr>
        <p:spPr>
          <a:xfrm>
            <a:off x="6471444" y="5086130"/>
            <a:ext cx="4834021" cy="1314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sz="1800" b="1" cap="all" spc="1500" dirty="0" err="1"/>
              <a:t>Controle</a:t>
            </a:r>
            <a:r>
              <a:rPr lang="en-US" sz="1800" b="1" cap="all" spc="1500" dirty="0"/>
              <a:t> PD</a:t>
            </a:r>
          </a:p>
        </p:txBody>
      </p:sp>
      <p:sp>
        <p:nvSpPr>
          <p:cNvPr id="46" name="Seta: para a Direita Listrada 45">
            <a:extLst>
              <a:ext uri="{FF2B5EF4-FFF2-40B4-BE49-F238E27FC236}">
                <a16:creationId xmlns:a16="http://schemas.microsoft.com/office/drawing/2014/main" id="{90067140-849B-42EB-8CE5-00F5264DD9CD}"/>
              </a:ext>
            </a:extLst>
          </p:cNvPr>
          <p:cNvSpPr/>
          <p:nvPr/>
        </p:nvSpPr>
        <p:spPr>
          <a:xfrm rot="5400000">
            <a:off x="2446660" y="2940985"/>
            <a:ext cx="479873" cy="385108"/>
          </a:xfrm>
          <a:prstGeom prst="striped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3860946-3DCB-414B-802C-E79DAA8F3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201" y="1631750"/>
            <a:ext cx="8678486" cy="933580"/>
          </a:xfrm>
          <a:prstGeom prst="rect">
            <a:avLst/>
          </a:prstGeom>
        </p:spPr>
      </p:pic>
      <p:pic>
        <p:nvPicPr>
          <p:cNvPr id="8" name="Imagem 7" descr="Word&#10;&#10;Descrição gerada automaticamente com confiança baixa">
            <a:extLst>
              <a:ext uri="{FF2B5EF4-FFF2-40B4-BE49-F238E27FC236}">
                <a16:creationId xmlns:a16="http://schemas.microsoft.com/office/drawing/2014/main" id="{50BBA3BB-B97D-47FB-BC06-93C462C46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1747"/>
            <a:ext cx="12192000" cy="182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1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043" y="-134049"/>
            <a:ext cx="4834021" cy="1314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800" b="1" cap="all" spc="1500" dirty="0" err="1"/>
              <a:t>programação</a:t>
            </a:r>
            <a:endParaRPr lang="en-US" sz="2800" b="1" cap="all" spc="1500" dirty="0"/>
          </a:p>
        </p:txBody>
      </p:sp>
      <p:grpSp>
        <p:nvGrpSpPr>
          <p:cNvPr id="60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sp>
        <p:nvSpPr>
          <p:cNvPr id="53" name="Título 1">
            <a:extLst>
              <a:ext uri="{FF2B5EF4-FFF2-40B4-BE49-F238E27FC236}">
                <a16:creationId xmlns:a16="http://schemas.microsoft.com/office/drawing/2014/main" id="{3864D31E-62BC-4350-B3C2-452468F43875}"/>
              </a:ext>
            </a:extLst>
          </p:cNvPr>
          <p:cNvSpPr txBox="1">
            <a:spLocks/>
          </p:cNvSpPr>
          <p:nvPr/>
        </p:nvSpPr>
        <p:spPr>
          <a:xfrm>
            <a:off x="8011623" y="5158521"/>
            <a:ext cx="4834021" cy="13149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sz="1800" b="1" cap="all" spc="1500" dirty="0" err="1"/>
              <a:t>projeto</a:t>
            </a:r>
            <a:endParaRPr lang="en-US" sz="1800" b="1" cap="all" spc="1500" dirty="0"/>
          </a:p>
        </p:txBody>
      </p:sp>
      <p:pic>
        <p:nvPicPr>
          <p:cNvPr id="11" name="Imagem 10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89105300-6B20-44FC-AC1F-BCC07C654E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37" r="53751" b="18134"/>
          <a:stretch/>
        </p:blipFill>
        <p:spPr>
          <a:xfrm>
            <a:off x="7847700" y="2249237"/>
            <a:ext cx="4141684" cy="3315174"/>
          </a:xfrm>
          <a:prstGeom prst="rect">
            <a:avLst/>
          </a:prstGeom>
        </p:spPr>
      </p:pic>
      <p:pic>
        <p:nvPicPr>
          <p:cNvPr id="17" name="Imagem 16" descr="Interface gráfica do usuário, Aplicativo, Word&#10;&#10;Descrição gerada automaticamente">
            <a:extLst>
              <a:ext uri="{FF2B5EF4-FFF2-40B4-BE49-F238E27FC236}">
                <a16:creationId xmlns:a16="http://schemas.microsoft.com/office/drawing/2014/main" id="{213503DF-C284-4BE1-9CC9-FEF6F0AC84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07" r="50244" b="19872"/>
          <a:stretch/>
        </p:blipFill>
        <p:spPr>
          <a:xfrm>
            <a:off x="2143794" y="2385040"/>
            <a:ext cx="4043773" cy="3020247"/>
          </a:xfrm>
          <a:prstGeom prst="rect">
            <a:avLst/>
          </a:prstGeom>
        </p:spPr>
      </p:pic>
      <p:pic>
        <p:nvPicPr>
          <p:cNvPr id="19" name="Imagem 18" descr="Interface gráfica do usuário, Aplicativo, Word&#10;&#10;Descrição gerada automaticamente">
            <a:extLst>
              <a:ext uri="{FF2B5EF4-FFF2-40B4-BE49-F238E27FC236}">
                <a16:creationId xmlns:a16="http://schemas.microsoft.com/office/drawing/2014/main" id="{5CF81A00-B4E2-4961-B9EB-E705F8000E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951" r="51579" b="17835"/>
          <a:stretch/>
        </p:blipFill>
        <p:spPr>
          <a:xfrm>
            <a:off x="271834" y="3223485"/>
            <a:ext cx="3622013" cy="2819820"/>
          </a:xfrm>
          <a:prstGeom prst="rect">
            <a:avLst/>
          </a:prstGeom>
        </p:spPr>
      </p:pic>
      <p:pic>
        <p:nvPicPr>
          <p:cNvPr id="21" name="Imagem 20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C415A73B-0236-4C50-B430-DA8CD84A21F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68" t="4038" r="52599" b="18849"/>
          <a:stretch/>
        </p:blipFill>
        <p:spPr>
          <a:xfrm>
            <a:off x="4988085" y="1565898"/>
            <a:ext cx="4141684" cy="331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032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8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6" name="Freeform: Shape 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7" y="652896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A1274F-9232-42BF-B9FE-B95EA14C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E5AF1D6-62CC-4988-9174-993F112D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180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8" y="4529613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7" y="819447"/>
            <a:ext cx="8751371" cy="5402462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71"/>
            <a:ext cx="8751371" cy="540246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E070C8-BEED-4E47-A92F-D392ACE90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738" y="-7749"/>
            <a:ext cx="8637211" cy="650640"/>
          </a:xfrm>
        </p:spPr>
        <p:txBody>
          <a:bodyPr vert="horz" lIns="91440" tIns="45721" rIns="91440" bIns="45721" rtlCol="0" anchor="b">
            <a:noAutofit/>
          </a:bodyPr>
          <a:lstStyle/>
          <a:p>
            <a:pPr algn="r"/>
            <a:r>
              <a:rPr lang="en-US" sz="3200" b="1" cap="all" spc="1500" dirty="0" err="1">
                <a:ea typeface="Source Sans Pro SemiBold" panose="020B0603030403020204" pitchFamily="34" charset="0"/>
              </a:rPr>
              <a:t>inovação</a:t>
            </a:r>
            <a:endParaRPr lang="en-US" sz="32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8" y="4786747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1" rIns="91440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0F0EB4-888B-4AF2-97C0-DB927E98A0BF}"/>
              </a:ext>
            </a:extLst>
          </p:cNvPr>
          <p:cNvSpPr txBox="1"/>
          <p:nvPr/>
        </p:nvSpPr>
        <p:spPr>
          <a:xfrm>
            <a:off x="101584" y="273557"/>
            <a:ext cx="151714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latin typeface="+mj-lt"/>
              </a:rPr>
              <a:t>Projeto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A0EDA0B-3570-4AA1-AAFC-F9D4B2327155}"/>
              </a:ext>
            </a:extLst>
          </p:cNvPr>
          <p:cNvSpPr txBox="1"/>
          <p:nvPr/>
        </p:nvSpPr>
        <p:spPr>
          <a:xfrm>
            <a:off x="2205738" y="1724298"/>
            <a:ext cx="576610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1" dirty="0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64AD4449-89B2-4FBD-9BC1-D8AAEE3E1E08}"/>
              </a:ext>
            </a:extLst>
          </p:cNvPr>
          <p:cNvSpPr/>
          <p:nvPr/>
        </p:nvSpPr>
        <p:spPr>
          <a:xfrm>
            <a:off x="6910509" y="1157218"/>
            <a:ext cx="3175200" cy="31752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bg1"/>
                </a:solidFill>
              </a:rPr>
              <a:t>Giroscópio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702141B0-F8A0-4C74-A36A-6F526458911E}"/>
              </a:ext>
            </a:extLst>
          </p:cNvPr>
          <p:cNvSpPr/>
          <p:nvPr/>
        </p:nvSpPr>
        <p:spPr>
          <a:xfrm>
            <a:off x="2106291" y="1072206"/>
            <a:ext cx="3174567" cy="31752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bg1"/>
                </a:solidFill>
              </a:rPr>
              <a:t>Experimento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F5DC86D0-FD58-4224-8D26-9B3F8776B321}"/>
              </a:ext>
            </a:extLst>
          </p:cNvPr>
          <p:cNvSpPr/>
          <p:nvPr/>
        </p:nvSpPr>
        <p:spPr>
          <a:xfrm>
            <a:off x="4454246" y="2705644"/>
            <a:ext cx="3174567" cy="317520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solidFill>
                  <a:schemeClr val="bg1"/>
                </a:solidFill>
              </a:rPr>
              <a:t>Open Roberta </a:t>
            </a:r>
            <a:r>
              <a:rPr lang="pt-BR" sz="2800" b="1" dirty="0" err="1">
                <a:solidFill>
                  <a:schemeClr val="bg1"/>
                </a:solidFill>
              </a:rPr>
              <a:t>Lab</a:t>
            </a:r>
            <a:endParaRPr lang="pt-B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93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aphic 38">
            <a:extLst>
              <a:ext uri="{FF2B5EF4-FFF2-40B4-BE49-F238E27FC236}">
                <a16:creationId xmlns:a16="http://schemas.microsoft.com/office/drawing/2014/main" id="{F0E417D8-88AA-4184-A08D-DEF97C6C9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85795" y="1690979"/>
            <a:ext cx="1910252" cy="709660"/>
            <a:chOff x="2267504" y="2540250"/>
            <a:chExt cx="1990951" cy="739640"/>
          </a:xfrm>
          <a:solidFill>
            <a:schemeClr val="tx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B4E045-9FB0-41C4-AC74-479EA20D8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21C7A48-09EB-4AF0-84CB-7EE408C2C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DDE3270-A872-4E10-80BC-B93D6F0E3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6E5F32-B5B2-45E3-9C18-BBC9005C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545E68B-E61B-4EAE-9672-3A52AEC2B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6263" y="1119679"/>
            <a:ext cx="5039475" cy="443926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3031C3-2747-46A2-A39E-7C305219B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766" y="3433047"/>
            <a:ext cx="4998007" cy="940515"/>
          </a:xfrm>
          <a:ln>
            <a:solidFill>
              <a:srgbClr val="FF9900"/>
            </a:solidFill>
          </a:ln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 defTabSz="914400"/>
            <a:r>
              <a:rPr lang="en-US" sz="6000" b="1" cap="all" spc="1500" dirty="0" err="1">
                <a:ea typeface="Source Sans Pro SemiBold" panose="020B0603030403020204" pitchFamily="34" charset="0"/>
              </a:rPr>
              <a:t>Obrigadopela</a:t>
            </a:r>
            <a:r>
              <a:rPr lang="en-US" sz="6000" b="1" cap="all" spc="1500" dirty="0">
                <a:ea typeface="Source Sans Pro SemiBold" panose="020B0603030403020204" pitchFamily="34" charset="0"/>
              </a:rPr>
              <a:t> </a:t>
            </a:r>
            <a:r>
              <a:rPr lang="en-US" sz="6000" b="1" cap="all" spc="1500" dirty="0" err="1">
                <a:ea typeface="Source Sans Pro SemiBold" panose="020B0603030403020204" pitchFamily="34" charset="0"/>
              </a:rPr>
              <a:t>sua</a:t>
            </a:r>
            <a:r>
              <a:rPr lang="en-US" sz="6000" b="1" cap="all" spc="1500" dirty="0">
                <a:ea typeface="Source Sans Pro SemiBold" panose="020B0603030403020204" pitchFamily="34" charset="0"/>
              </a:rPr>
              <a:t> </a:t>
            </a:r>
            <a:r>
              <a:rPr lang="en-US" sz="6000" b="1" cap="all" spc="1500" dirty="0" err="1">
                <a:ea typeface="Source Sans Pro SemiBold" panose="020B0603030403020204" pitchFamily="34" charset="0"/>
              </a:rPr>
              <a:t>atenção</a:t>
            </a:r>
            <a:endParaRPr lang="en-US" sz="6000" b="1" cap="all" spc="1500" dirty="0">
              <a:ea typeface="Source Sans Pro SemiBold" panose="020B0603030403020204" pitchFamily="34" charset="0"/>
            </a:endParaRPr>
          </a:p>
        </p:txBody>
      </p:sp>
      <p:sp>
        <p:nvSpPr>
          <p:cNvPr id="29" name="Graphic 212">
            <a:extLst>
              <a:ext uri="{FF2B5EF4-FFF2-40B4-BE49-F238E27FC236}">
                <a16:creationId xmlns:a16="http://schemas.microsoft.com/office/drawing/2014/main" id="{63DD1BD1-81FE-4F15-A934-E9AE94AE9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1" name="Graphic 212">
            <a:extLst>
              <a:ext uri="{FF2B5EF4-FFF2-40B4-BE49-F238E27FC236}">
                <a16:creationId xmlns:a16="http://schemas.microsoft.com/office/drawing/2014/main" id="{120AB9A0-C0C4-43DA-9A34-FA3A4079D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8815DD1-EC9D-4BE1-846B-8BEF57D39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B78D2B9-C9C4-4A37-A12C-A09FC1158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7" name="Graphic 4">
            <a:extLst>
              <a:ext uri="{FF2B5EF4-FFF2-40B4-BE49-F238E27FC236}">
                <a16:creationId xmlns:a16="http://schemas.microsoft.com/office/drawing/2014/main" id="{DFC7EBB5-848C-4B1C-BE84-4CF07E90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59707" y="3876466"/>
            <a:ext cx="1056155" cy="1056156"/>
            <a:chOff x="5829300" y="3162300"/>
            <a:chExt cx="532256" cy="532257"/>
          </a:xfrm>
          <a:solidFill>
            <a:schemeClr val="tx1"/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F8315F3-A078-427A-92BE-34EC9E574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3DFAF5C-63B0-43FB-80BE-CC45D99F5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AD937F2-A44A-479C-A7EB-4EE7686A9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7834CC3-9461-418F-A593-FC09CD79B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D68AA1C-0667-46EE-A8BE-CAAA3EAF9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0F403B5-430A-450F-97C1-73160966C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B38EBB0-5161-46F3-83D7-D9F478B1A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47EDFA5-AD01-40BE-91A2-A0C178622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6E0C47E-FE2F-4A8C-942E-1026D02D3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A309DA7-4C25-40F5-AC21-DA06D9C98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290F5FA-D4BF-4264-A8E9-365566EC7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47FD6B5-9B47-4500-9D65-7BD217301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CA06612-80DE-4467-A50C-0CB390D6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911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unkyShapesDarkVTI">
  <a:themeElements>
    <a:clrScheme name="Personalizada 4">
      <a:dk1>
        <a:srgbClr val="000000"/>
      </a:dk1>
      <a:lt1>
        <a:sysClr val="window" lastClr="FFFFFF"/>
      </a:lt1>
      <a:dk2>
        <a:srgbClr val="0C0C0C"/>
      </a:dk2>
      <a:lt2>
        <a:srgbClr val="595959"/>
      </a:lt2>
      <a:accent1>
        <a:srgbClr val="FFA500"/>
      </a:accent1>
      <a:accent2>
        <a:srgbClr val="BD582C"/>
      </a:accent2>
      <a:accent3>
        <a:srgbClr val="262626"/>
      </a:accent3>
      <a:accent4>
        <a:srgbClr val="0C0C0C"/>
      </a:accent4>
      <a:accent5>
        <a:srgbClr val="3F3F3F"/>
      </a:accent5>
      <a:accent6>
        <a:srgbClr val="0C0C0C"/>
      </a:accent6>
      <a:hlink>
        <a:srgbClr val="2998E3"/>
      </a:hlink>
      <a:folHlink>
        <a:srgbClr val="8C8C8C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3256</TotalTime>
  <Words>260</Words>
  <Application>Microsoft Office PowerPoint</Application>
  <PresentationFormat>Widescreen</PresentationFormat>
  <Paragraphs>131</Paragraphs>
  <Slides>18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1" baseType="lpstr">
      <vt:lpstr>Arial</vt:lpstr>
      <vt:lpstr>Source Sans Pro</vt:lpstr>
      <vt:lpstr>FunkyShapesDarkVTI</vt:lpstr>
      <vt:lpstr>Dragonbots</vt:lpstr>
      <vt:lpstr>Processo de Design</vt:lpstr>
      <vt:lpstr>Processo de Design</vt:lpstr>
      <vt:lpstr>Processo de Design</vt:lpstr>
      <vt:lpstr>Processo de Design</vt:lpstr>
      <vt:lpstr>Open   Roberta   lab</vt:lpstr>
      <vt:lpstr>estratégia</vt:lpstr>
      <vt:lpstr>estratégia</vt:lpstr>
      <vt:lpstr>Ciclo Pdca</vt:lpstr>
      <vt:lpstr>Tabela de assertividade </vt:lpstr>
      <vt:lpstr>Apresentação do PowerPoint</vt:lpstr>
      <vt:lpstr>Programação</vt:lpstr>
      <vt:lpstr>Programação</vt:lpstr>
      <vt:lpstr>Programação</vt:lpstr>
      <vt:lpstr>Programação</vt:lpstr>
      <vt:lpstr>programação</vt:lpstr>
      <vt:lpstr>inovação</vt:lpstr>
      <vt:lpstr>Obrigadopela sua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JOÃO VICTOR DE CASTRO PINTO FARIA</dc:creator>
  <cp:lastModifiedBy>JOÃO VICTOR DE CASTRO PINTO FARIA</cp:lastModifiedBy>
  <cp:revision>66</cp:revision>
  <dcterms:created xsi:type="dcterms:W3CDTF">2021-04-13T20:28:42Z</dcterms:created>
  <dcterms:modified xsi:type="dcterms:W3CDTF">2021-04-26T05:16:33Z</dcterms:modified>
</cp:coreProperties>
</file>