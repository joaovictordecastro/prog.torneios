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7" r:id="rId4"/>
    <p:sldId id="259" r:id="rId5"/>
    <p:sldId id="258" r:id="rId6"/>
    <p:sldId id="260" r:id="rId7"/>
    <p:sldId id="268" r:id="rId8"/>
    <p:sldId id="261" r:id="rId9"/>
    <p:sldId id="262" r:id="rId10"/>
    <p:sldId id="263" r:id="rId11"/>
    <p:sldId id="264" r:id="rId12"/>
    <p:sldId id="266" r:id="rId13"/>
    <p:sldId id="265" r:id="rId1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06" autoAdjust="0"/>
  </p:normalViewPr>
  <p:slideViewPr>
    <p:cSldViewPr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28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FB202A-8611-4DDC-831D-D12EB67B6CF7}" type="doc">
      <dgm:prSet loTypeId="urn:microsoft.com/office/officeart/2005/8/layout/process4" loCatId="process" qsTypeId="urn:microsoft.com/office/officeart/2005/8/quickstyle/simple4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11888A7B-1E89-45E6-84F4-EF92B26189CD}">
      <dgm:prSet phldrT="[Text]"/>
      <dgm:spPr/>
      <dgm:t>
        <a:bodyPr rtlCol="0"/>
        <a:lstStyle/>
        <a:p>
          <a:pPr rtl="0"/>
          <a:r>
            <a:rPr lang="pt-BR" noProof="0" dirty="0"/>
            <a:t>Título da Etapa 1</a:t>
          </a:r>
        </a:p>
      </dgm:t>
    </dgm:pt>
    <dgm:pt modelId="{6043087E-917B-44BC-97F8-41385FD50DC3}" type="parTrans" cxnId="{5376348D-4465-4E2E-9DB8-EA1F5276717B}">
      <dgm:prSet/>
      <dgm:spPr/>
      <dgm:t>
        <a:bodyPr rtlCol="0"/>
        <a:lstStyle/>
        <a:p>
          <a:pPr rtl="0"/>
          <a:endParaRPr lang="en-US"/>
        </a:p>
      </dgm:t>
    </dgm:pt>
    <dgm:pt modelId="{438F37F5-E676-4BB5-A241-95D895E1B43F}" type="sibTrans" cxnId="{5376348D-4465-4E2E-9DB8-EA1F5276717B}">
      <dgm:prSet/>
      <dgm:spPr/>
      <dgm:t>
        <a:bodyPr rtlCol="0"/>
        <a:lstStyle/>
        <a:p>
          <a:pPr rtl="0"/>
          <a:endParaRPr lang="en-US"/>
        </a:p>
      </dgm:t>
    </dgm:pt>
    <dgm:pt modelId="{712EDDD5-F1C9-457B-A81D-F94868058B44}">
      <dgm:prSet phldrT="[Text]"/>
      <dgm:spPr/>
      <dgm:t>
        <a:bodyPr rtlCol="0"/>
        <a:lstStyle/>
        <a:p>
          <a:pPr rtl="0"/>
          <a:r>
            <a:rPr lang="pt-br" dirty="0"/>
            <a:t>Título da Etapa 2</a:t>
          </a:r>
        </a:p>
      </dgm:t>
    </dgm:pt>
    <dgm:pt modelId="{5E2CC1CB-7E12-4298-9BE5-B8F6683E4161}" type="parTrans" cxnId="{392AE56A-6939-469F-BFEC-2DEEC6ABC100}">
      <dgm:prSet/>
      <dgm:spPr/>
      <dgm:t>
        <a:bodyPr rtlCol="0"/>
        <a:lstStyle/>
        <a:p>
          <a:pPr rtl="0"/>
          <a:endParaRPr lang="en-US"/>
        </a:p>
      </dgm:t>
    </dgm:pt>
    <dgm:pt modelId="{630DB5C2-135D-425B-B7D5-1F5FFE12BF3B}" type="sibTrans" cxnId="{392AE56A-6939-469F-BFEC-2DEEC6ABC100}">
      <dgm:prSet/>
      <dgm:spPr/>
      <dgm:t>
        <a:bodyPr rtlCol="0"/>
        <a:lstStyle/>
        <a:p>
          <a:pPr rtl="0"/>
          <a:endParaRPr lang="en-US"/>
        </a:p>
      </dgm:t>
    </dgm:pt>
    <dgm:pt modelId="{356F6FEF-38C8-437A-8562-86A5ED3F5885}">
      <dgm:prSet phldrT="[Text]"/>
      <dgm:spPr/>
      <dgm:t>
        <a:bodyPr rtlCol="0"/>
        <a:lstStyle/>
        <a:p>
          <a:pPr rtl="0"/>
          <a:r>
            <a:rPr lang="pt-br" dirty="0"/>
            <a:t>Título da Etapa 3</a:t>
          </a:r>
        </a:p>
      </dgm:t>
    </dgm:pt>
    <dgm:pt modelId="{BD9B34C9-939F-47F5-A040-1B30C9EEA310}" type="parTrans" cxnId="{8247D1A2-555D-4B39-B44D-5F2B5AE64242}">
      <dgm:prSet/>
      <dgm:spPr/>
      <dgm:t>
        <a:bodyPr rtlCol="0"/>
        <a:lstStyle/>
        <a:p>
          <a:pPr rtl="0"/>
          <a:endParaRPr lang="en-US"/>
        </a:p>
      </dgm:t>
    </dgm:pt>
    <dgm:pt modelId="{665399A3-A410-4656-8F7E-3FAB641DE891}" type="sibTrans" cxnId="{8247D1A2-555D-4B39-B44D-5F2B5AE64242}">
      <dgm:prSet/>
      <dgm:spPr/>
      <dgm:t>
        <a:bodyPr rtlCol="0"/>
        <a:lstStyle/>
        <a:p>
          <a:pPr rtl="0"/>
          <a:endParaRPr lang="en-US"/>
        </a:p>
      </dgm:t>
    </dgm:pt>
    <dgm:pt modelId="{640CA9BD-09C1-4472-8DAC-0F150EC5E678}">
      <dgm:prSet phldrT="[Text]"/>
      <dgm:spPr/>
      <dgm:t>
        <a:bodyPr rtlCol="0"/>
        <a:lstStyle/>
        <a:p>
          <a:pPr rtl="0"/>
          <a:r>
            <a:rPr lang="pt-br" dirty="0"/>
            <a:t>Título da Etapa 4</a:t>
          </a:r>
        </a:p>
      </dgm:t>
    </dgm:pt>
    <dgm:pt modelId="{90609DF7-843B-4BEF-A3B5-89270E6B0951}" type="parTrans" cxnId="{957C551D-31A8-4286-A3AE-C5928DB663CE}">
      <dgm:prSet/>
      <dgm:spPr/>
      <dgm:t>
        <a:bodyPr rtlCol="0"/>
        <a:lstStyle/>
        <a:p>
          <a:pPr rtl="0"/>
          <a:endParaRPr lang="en-US"/>
        </a:p>
      </dgm:t>
    </dgm:pt>
    <dgm:pt modelId="{67B503AA-82FD-4AA4-8357-3D8B59D6160B}" type="sibTrans" cxnId="{957C551D-31A8-4286-A3AE-C5928DB663CE}">
      <dgm:prSet/>
      <dgm:spPr/>
      <dgm:t>
        <a:bodyPr rtlCol="0"/>
        <a:lstStyle/>
        <a:p>
          <a:pPr rtl="0"/>
          <a:endParaRPr lang="en-US"/>
        </a:p>
      </dgm:t>
    </dgm:pt>
    <dgm:pt modelId="{812F39FC-2D1E-4DD1-A1A6-C7F9287A4AAB}" type="pres">
      <dgm:prSet presAssocID="{2EFB202A-8611-4DDC-831D-D12EB67B6CF7}" presName="Name0" presStyleCnt="0">
        <dgm:presLayoutVars>
          <dgm:dir/>
          <dgm:animLvl val="lvl"/>
          <dgm:resizeHandles val="exact"/>
        </dgm:presLayoutVars>
      </dgm:prSet>
      <dgm:spPr/>
    </dgm:pt>
    <dgm:pt modelId="{C1682CE3-81F4-4BEA-B13D-10C7017D8387}" type="pres">
      <dgm:prSet presAssocID="{640CA9BD-09C1-4472-8DAC-0F150EC5E678}" presName="boxAndChildren" presStyleCnt="0"/>
      <dgm:spPr/>
    </dgm:pt>
    <dgm:pt modelId="{325B9957-E809-4285-A870-20AA1AEAA8D7}" type="pres">
      <dgm:prSet presAssocID="{640CA9BD-09C1-4472-8DAC-0F150EC5E678}" presName="parentTextBox" presStyleLbl="node1" presStyleIdx="0" presStyleCnt="4"/>
      <dgm:spPr/>
    </dgm:pt>
    <dgm:pt modelId="{2AB5853F-AA77-4431-82DF-105CEB2E1424}" type="pres">
      <dgm:prSet presAssocID="{665399A3-A410-4656-8F7E-3FAB641DE891}" presName="sp" presStyleCnt="0"/>
      <dgm:spPr/>
    </dgm:pt>
    <dgm:pt modelId="{EC667030-4855-4843-9717-7DF08446AEB5}" type="pres">
      <dgm:prSet presAssocID="{356F6FEF-38C8-437A-8562-86A5ED3F5885}" presName="arrowAndChildren" presStyleCnt="0"/>
      <dgm:spPr/>
    </dgm:pt>
    <dgm:pt modelId="{C830B7C4-5210-41AC-A88B-BECF7607C1E5}" type="pres">
      <dgm:prSet presAssocID="{356F6FEF-38C8-437A-8562-86A5ED3F5885}" presName="parentTextArrow" presStyleLbl="node1" presStyleIdx="1" presStyleCnt="4"/>
      <dgm:spPr/>
    </dgm:pt>
    <dgm:pt modelId="{7FB80134-CA62-4591-A6BE-C119FEAC14B6}" type="pres">
      <dgm:prSet presAssocID="{630DB5C2-135D-425B-B7D5-1F5FFE12BF3B}" presName="sp" presStyleCnt="0"/>
      <dgm:spPr/>
    </dgm:pt>
    <dgm:pt modelId="{C4866045-B43B-429F-851C-E58098BA6DB8}" type="pres">
      <dgm:prSet presAssocID="{712EDDD5-F1C9-457B-A81D-F94868058B44}" presName="arrowAndChildren" presStyleCnt="0"/>
      <dgm:spPr/>
    </dgm:pt>
    <dgm:pt modelId="{D5473CBC-EEC3-408A-B4A6-07882F253A8B}" type="pres">
      <dgm:prSet presAssocID="{712EDDD5-F1C9-457B-A81D-F94868058B44}" presName="parentTextArrow" presStyleLbl="node1" presStyleIdx="2" presStyleCnt="4"/>
      <dgm:spPr/>
    </dgm:pt>
    <dgm:pt modelId="{FE4F3FD3-FEDA-44E5-9944-1FF6BBD0F9E2}" type="pres">
      <dgm:prSet presAssocID="{438F37F5-E676-4BB5-A241-95D895E1B43F}" presName="sp" presStyleCnt="0"/>
      <dgm:spPr/>
    </dgm:pt>
    <dgm:pt modelId="{1C274FFF-1754-4900-887F-DFF5156E0B8D}" type="pres">
      <dgm:prSet presAssocID="{11888A7B-1E89-45E6-84F4-EF92B26189CD}" presName="arrowAndChildren" presStyleCnt="0"/>
      <dgm:spPr/>
    </dgm:pt>
    <dgm:pt modelId="{32FA43B7-34B4-4881-9A79-E3EDEC9D4CBF}" type="pres">
      <dgm:prSet presAssocID="{11888A7B-1E89-45E6-84F4-EF92B26189CD}" presName="parentTextArrow" presStyleLbl="node1" presStyleIdx="3" presStyleCnt="4"/>
      <dgm:spPr/>
    </dgm:pt>
  </dgm:ptLst>
  <dgm:cxnLst>
    <dgm:cxn modelId="{79EE9E02-BFF5-41D3-86F8-33470970BFCE}" type="presOf" srcId="{2EFB202A-8611-4DDC-831D-D12EB67B6CF7}" destId="{812F39FC-2D1E-4DD1-A1A6-C7F9287A4AAB}" srcOrd="0" destOrd="0" presId="urn:microsoft.com/office/officeart/2005/8/layout/process4"/>
    <dgm:cxn modelId="{957C551D-31A8-4286-A3AE-C5928DB663CE}" srcId="{2EFB202A-8611-4DDC-831D-D12EB67B6CF7}" destId="{640CA9BD-09C1-4472-8DAC-0F150EC5E678}" srcOrd="3" destOrd="0" parTransId="{90609DF7-843B-4BEF-A3B5-89270E6B0951}" sibTransId="{67B503AA-82FD-4AA4-8357-3D8B59D6160B}"/>
    <dgm:cxn modelId="{B2E3875C-D3F8-41A4-A6EA-DD49F61576A0}" type="presOf" srcId="{11888A7B-1E89-45E6-84F4-EF92B26189CD}" destId="{32FA43B7-34B4-4881-9A79-E3EDEC9D4CBF}" srcOrd="0" destOrd="0" presId="urn:microsoft.com/office/officeart/2005/8/layout/process4"/>
    <dgm:cxn modelId="{AAE8F060-3E29-4C68-9A74-089916E04D67}" type="presOf" srcId="{356F6FEF-38C8-437A-8562-86A5ED3F5885}" destId="{C830B7C4-5210-41AC-A88B-BECF7607C1E5}" srcOrd="0" destOrd="0" presId="urn:microsoft.com/office/officeart/2005/8/layout/process4"/>
    <dgm:cxn modelId="{392AE56A-6939-469F-BFEC-2DEEC6ABC100}" srcId="{2EFB202A-8611-4DDC-831D-D12EB67B6CF7}" destId="{712EDDD5-F1C9-457B-A81D-F94868058B44}" srcOrd="1" destOrd="0" parTransId="{5E2CC1CB-7E12-4298-9BE5-B8F6683E4161}" sibTransId="{630DB5C2-135D-425B-B7D5-1F5FFE12BF3B}"/>
    <dgm:cxn modelId="{4D111F6B-0B5C-40A7-BA86-973E36B2D8F2}" type="presOf" srcId="{712EDDD5-F1C9-457B-A81D-F94868058B44}" destId="{D5473CBC-EEC3-408A-B4A6-07882F253A8B}" srcOrd="0" destOrd="0" presId="urn:microsoft.com/office/officeart/2005/8/layout/process4"/>
    <dgm:cxn modelId="{67067571-6170-41AF-87A3-FB3B609D9CEA}" type="presOf" srcId="{640CA9BD-09C1-4472-8DAC-0F150EC5E678}" destId="{325B9957-E809-4285-A870-20AA1AEAA8D7}" srcOrd="0" destOrd="0" presId="urn:microsoft.com/office/officeart/2005/8/layout/process4"/>
    <dgm:cxn modelId="{5376348D-4465-4E2E-9DB8-EA1F5276717B}" srcId="{2EFB202A-8611-4DDC-831D-D12EB67B6CF7}" destId="{11888A7B-1E89-45E6-84F4-EF92B26189CD}" srcOrd="0" destOrd="0" parTransId="{6043087E-917B-44BC-97F8-41385FD50DC3}" sibTransId="{438F37F5-E676-4BB5-A241-95D895E1B43F}"/>
    <dgm:cxn modelId="{8247D1A2-555D-4B39-B44D-5F2B5AE64242}" srcId="{2EFB202A-8611-4DDC-831D-D12EB67B6CF7}" destId="{356F6FEF-38C8-437A-8562-86A5ED3F5885}" srcOrd="2" destOrd="0" parTransId="{BD9B34C9-939F-47F5-A040-1B30C9EEA310}" sibTransId="{665399A3-A410-4656-8F7E-3FAB641DE891}"/>
    <dgm:cxn modelId="{5678914C-8F14-4F79-9116-C33CBC8B70E7}" type="presParOf" srcId="{812F39FC-2D1E-4DD1-A1A6-C7F9287A4AAB}" destId="{C1682CE3-81F4-4BEA-B13D-10C7017D8387}" srcOrd="0" destOrd="0" presId="urn:microsoft.com/office/officeart/2005/8/layout/process4"/>
    <dgm:cxn modelId="{B75DEEE2-790E-400B-832F-7C2526EFEEFC}" type="presParOf" srcId="{C1682CE3-81F4-4BEA-B13D-10C7017D8387}" destId="{325B9957-E809-4285-A870-20AA1AEAA8D7}" srcOrd="0" destOrd="0" presId="urn:microsoft.com/office/officeart/2005/8/layout/process4"/>
    <dgm:cxn modelId="{6FA0FB88-FED5-4DA9-8FB7-49F6DEA20B1D}" type="presParOf" srcId="{812F39FC-2D1E-4DD1-A1A6-C7F9287A4AAB}" destId="{2AB5853F-AA77-4431-82DF-105CEB2E1424}" srcOrd="1" destOrd="0" presId="urn:microsoft.com/office/officeart/2005/8/layout/process4"/>
    <dgm:cxn modelId="{52F7A226-0BC5-4418-B1BB-E2FD5547F031}" type="presParOf" srcId="{812F39FC-2D1E-4DD1-A1A6-C7F9287A4AAB}" destId="{EC667030-4855-4843-9717-7DF08446AEB5}" srcOrd="2" destOrd="0" presId="urn:microsoft.com/office/officeart/2005/8/layout/process4"/>
    <dgm:cxn modelId="{B3DA9F18-ADDC-4C31-BFC3-7AFA3D398C18}" type="presParOf" srcId="{EC667030-4855-4843-9717-7DF08446AEB5}" destId="{C830B7C4-5210-41AC-A88B-BECF7607C1E5}" srcOrd="0" destOrd="0" presId="urn:microsoft.com/office/officeart/2005/8/layout/process4"/>
    <dgm:cxn modelId="{6D5A561E-9AED-4BD0-B61C-B210C294197C}" type="presParOf" srcId="{812F39FC-2D1E-4DD1-A1A6-C7F9287A4AAB}" destId="{7FB80134-CA62-4591-A6BE-C119FEAC14B6}" srcOrd="3" destOrd="0" presId="urn:microsoft.com/office/officeart/2005/8/layout/process4"/>
    <dgm:cxn modelId="{8AA3D574-35B2-4F26-9753-43647056D5BB}" type="presParOf" srcId="{812F39FC-2D1E-4DD1-A1A6-C7F9287A4AAB}" destId="{C4866045-B43B-429F-851C-E58098BA6DB8}" srcOrd="4" destOrd="0" presId="urn:microsoft.com/office/officeart/2005/8/layout/process4"/>
    <dgm:cxn modelId="{8142E2F1-4232-4A86-BD16-A2EE21EFADF1}" type="presParOf" srcId="{C4866045-B43B-429F-851C-E58098BA6DB8}" destId="{D5473CBC-EEC3-408A-B4A6-07882F253A8B}" srcOrd="0" destOrd="0" presId="urn:microsoft.com/office/officeart/2005/8/layout/process4"/>
    <dgm:cxn modelId="{F78D174D-E461-4213-AEEB-72932703ABFC}" type="presParOf" srcId="{812F39FC-2D1E-4DD1-A1A6-C7F9287A4AAB}" destId="{FE4F3FD3-FEDA-44E5-9944-1FF6BBD0F9E2}" srcOrd="5" destOrd="0" presId="urn:microsoft.com/office/officeart/2005/8/layout/process4"/>
    <dgm:cxn modelId="{D11F7181-D05C-4ACC-A34B-6E9511FBE167}" type="presParOf" srcId="{812F39FC-2D1E-4DD1-A1A6-C7F9287A4AAB}" destId="{1C274FFF-1754-4900-887F-DFF5156E0B8D}" srcOrd="6" destOrd="0" presId="urn:microsoft.com/office/officeart/2005/8/layout/process4"/>
    <dgm:cxn modelId="{36469A82-1901-415F-8126-6D77E61422EC}" type="presParOf" srcId="{1C274FFF-1754-4900-887F-DFF5156E0B8D}" destId="{32FA43B7-34B4-4881-9A79-E3EDEC9D4CB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B9957-E809-4285-A870-20AA1AEAA8D7}">
      <dsp:nvSpPr>
        <dsp:cNvPr id="0" name=""/>
        <dsp:cNvSpPr/>
      </dsp:nvSpPr>
      <dsp:spPr>
        <a:xfrm>
          <a:off x="0" y="3569039"/>
          <a:ext cx="5029199" cy="78081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rtlCol="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Título da Etapa 4</a:t>
          </a:r>
        </a:p>
      </dsp:txBody>
      <dsp:txXfrm>
        <a:off x="0" y="3569039"/>
        <a:ext cx="5029199" cy="780818"/>
      </dsp:txXfrm>
    </dsp:sp>
    <dsp:sp modelId="{C830B7C4-5210-41AC-A88B-BECF7607C1E5}">
      <dsp:nvSpPr>
        <dsp:cNvPr id="0" name=""/>
        <dsp:cNvSpPr/>
      </dsp:nvSpPr>
      <dsp:spPr>
        <a:xfrm rot="10800000">
          <a:off x="0" y="2379853"/>
          <a:ext cx="5029199" cy="1200899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rtlCol="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Título da Etapa 3</a:t>
          </a:r>
        </a:p>
      </dsp:txBody>
      <dsp:txXfrm rot="10800000">
        <a:off x="0" y="2379853"/>
        <a:ext cx="5029199" cy="780308"/>
      </dsp:txXfrm>
    </dsp:sp>
    <dsp:sp modelId="{D5473CBC-EEC3-408A-B4A6-07882F253A8B}">
      <dsp:nvSpPr>
        <dsp:cNvPr id="0" name=""/>
        <dsp:cNvSpPr/>
      </dsp:nvSpPr>
      <dsp:spPr>
        <a:xfrm rot="10800000">
          <a:off x="0" y="1190666"/>
          <a:ext cx="5029199" cy="1200899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rtlCol="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Título da Etapa 2</a:t>
          </a:r>
        </a:p>
      </dsp:txBody>
      <dsp:txXfrm rot="10800000">
        <a:off x="0" y="1190666"/>
        <a:ext cx="5029199" cy="780308"/>
      </dsp:txXfrm>
    </dsp:sp>
    <dsp:sp modelId="{32FA43B7-34B4-4881-9A79-E3EDEC9D4CBF}">
      <dsp:nvSpPr>
        <dsp:cNvPr id="0" name=""/>
        <dsp:cNvSpPr/>
      </dsp:nvSpPr>
      <dsp:spPr>
        <a:xfrm rot="10800000">
          <a:off x="0" y="1479"/>
          <a:ext cx="5029199" cy="1200899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rtlCol="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noProof="0" dirty="0"/>
            <a:t>Título da Etapa 1</a:t>
          </a:r>
        </a:p>
      </dsp:txBody>
      <dsp:txXfrm rot="10800000">
        <a:off x="0" y="1479"/>
        <a:ext cx="5029199" cy="780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04F6491-BCB6-4F9F-B2FA-AA85F9CC1DED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B3C20D7-F8F1-4196-9585-26F31AFC85C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FD16E5-8584-4ADE-9756-9BF3F1D110FE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AEC444-603B-4F09-9A06-5917518DD90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DAEC444-603B-4F09-9A06-5917518DD901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8314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4344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8538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840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468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2219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2908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9120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4198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62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DAEC444-603B-4F09-9A06-5917518DD901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746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"/>
          <p:cNvSpPr/>
          <p:nvPr/>
        </p:nvSpPr>
        <p:spPr bwMode="invGray">
          <a:xfrm>
            <a:off x="0" y="3936697"/>
            <a:ext cx="12192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1" y="4114800"/>
            <a:ext cx="10515598" cy="1158446"/>
          </a:xfrm>
        </p:spPr>
        <p:txBody>
          <a:bodyPr rtlCol="0" anchor="b">
            <a:normAutofit/>
          </a:bodyPr>
          <a:lstStyle>
            <a:lvl1pPr algn="l">
              <a:defRPr sz="5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38201" y="5338170"/>
            <a:ext cx="10515598" cy="474836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0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697C76-2C81-42C1-8EF0-70F1E4E0E8C4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557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ltGray">
          <a:xfrm>
            <a:off x="0" y="3276600"/>
            <a:ext cx="12192000" cy="2763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1248" y="3429000"/>
            <a:ext cx="9601200" cy="1838519"/>
          </a:xfrm>
        </p:spPr>
        <p:txBody>
          <a:bodyPr rtlCol="0" anchor="b">
            <a:norm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41248" y="5340096"/>
            <a:ext cx="9601200" cy="475488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1735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5029200" cy="435133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B94399-031D-4E95-A551-3197B5796E90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31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029200" cy="68580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14600"/>
            <a:ext cx="5029200" cy="36750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26188" y="1828800"/>
            <a:ext cx="5029200" cy="68580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26188" y="2514600"/>
            <a:ext cx="5029200" cy="36750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8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7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7198CC-B2AE-4B96-972E-3492F5906793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9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37A5-6704-4004-8698-6E13E8DCBE44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63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2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4844F7-198C-48B0-BBCA-5B7E09CFC606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73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24800" y="1524000"/>
            <a:ext cx="3429000" cy="1905000"/>
          </a:xfrm>
        </p:spPr>
        <p:txBody>
          <a:bodyPr rtlCol="0" anchor="b">
            <a:normAutofit/>
          </a:bodyPr>
          <a:lstStyle>
            <a:lvl1pPr>
              <a:defRPr sz="3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685800"/>
            <a:ext cx="6400800" cy="52578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9000" cy="1828800"/>
          </a:xfrm>
        </p:spPr>
        <p:txBody>
          <a:bodyPr rtlCol="0"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E40687-67BE-474D-800A-47EB268B95AE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9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24800" y="1527048"/>
            <a:ext cx="3429000" cy="1901952"/>
          </a:xfrm>
        </p:spPr>
        <p:txBody>
          <a:bodyPr rtlCol="0" anchor="b">
            <a:normAutofit/>
          </a:bodyPr>
          <a:lstStyle>
            <a:lvl1pPr>
              <a:defRPr sz="3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>
          <a:xfrm>
            <a:off x="838198" y="685800"/>
            <a:ext cx="6400800" cy="5257800"/>
          </a:xfrm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8999" cy="1828800"/>
          </a:xfrm>
        </p:spPr>
        <p:txBody>
          <a:bodyPr rtlCol="0"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4D3837-A981-4DF2-8B27-33ED82ED37E5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527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11DC5-64E4-4D9F-9396-40D041ABB853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75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741693" y="365125"/>
            <a:ext cx="1600200" cy="581183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34400" cy="5811838"/>
          </a:xfrm>
        </p:spPr>
        <p:txBody>
          <a:bodyPr vert="eaVert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F754A6-01A6-4024-812A-88A4DE949BCC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13333A4-2EF1-4B79-B68C-AB20E66B48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02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3"/>
          </p:nvPr>
        </p:nvSpPr>
        <p:spPr>
          <a:xfrm>
            <a:off x="381000" y="6549715"/>
            <a:ext cx="8442158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4" name="Espaço Reservado para Data 4"/>
          <p:cNvSpPr>
            <a:spLocks noGrp="1"/>
          </p:cNvSpPr>
          <p:nvPr>
            <p:ph type="dt" sz="half" idx="2"/>
          </p:nvPr>
        </p:nvSpPr>
        <p:spPr>
          <a:xfrm>
            <a:off x="9685939" y="6549715"/>
            <a:ext cx="1667860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67B9A71C-AF4A-4C16-989A-8B023D8EA3DE}" type="datetime1">
              <a:rPr lang="pt-BR" smtClean="0"/>
              <a:t>11/12/2019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353799" y="6549715"/>
            <a:ext cx="446361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13333A4-2EF1-4B79-B68C-AB20E66B482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5871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pt-BR" sz="4400" dirty="0"/>
              <a:t>City </a:t>
            </a:r>
            <a:r>
              <a:rPr lang="pt-BR" sz="4400" dirty="0" err="1"/>
              <a:t>Shaper</a:t>
            </a:r>
            <a:r>
              <a:rPr lang="pt-BR" sz="4400" dirty="0"/>
              <a:t> – Regional Rio de Janeiro/2020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Equipe Dragon </a:t>
            </a:r>
            <a:r>
              <a:rPr lang="pt-BR" dirty="0" err="1"/>
              <a:t>Bots</a:t>
            </a:r>
            <a:r>
              <a:rPr lang="pt-BR" dirty="0"/>
              <a:t> – Caderno de Engenharia</a:t>
            </a:r>
          </a:p>
        </p:txBody>
      </p:sp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Minha Equipe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pt-BR" dirty="0"/>
              <a:t>Lucas</a:t>
            </a:r>
          </a:p>
          <a:p>
            <a:pPr rtl="0"/>
            <a:r>
              <a:rPr lang="pt-BR" dirty="0"/>
              <a:t>Mirella</a:t>
            </a:r>
          </a:p>
          <a:p>
            <a:pPr rtl="0"/>
            <a:r>
              <a:rPr lang="pt-BR" dirty="0"/>
              <a:t>Rômulo</a:t>
            </a:r>
          </a:p>
          <a:p>
            <a:pPr rtl="0"/>
            <a:r>
              <a:rPr lang="pt-BR" dirty="0"/>
              <a:t>João Victor</a:t>
            </a:r>
          </a:p>
          <a:p>
            <a:pPr rtl="0"/>
            <a:r>
              <a:rPr lang="pt-BR" dirty="0" err="1"/>
              <a:t>Iotte</a:t>
            </a:r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CD8ECB1-EBFD-4038-A395-312DFD4E5E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85CA002-A917-4D5E-90BE-6E3124B1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897ADA40-5EA4-47B0-9B6A-88BC52A67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198" y="685800"/>
            <a:ext cx="6400800" cy="5257800"/>
          </a:xfrm>
        </p:spPr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064352F-1533-4B84-A5F4-3881B38CD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Ao longo de doze semanas a equipe desenvolveu o carrinho a partir de pesquisas </a:t>
            </a:r>
          </a:p>
        </p:txBody>
      </p:sp>
    </p:spTree>
    <p:extLst>
      <p:ext uri="{BB962C8B-B14F-4D97-AF65-F5344CB8AC3E}">
        <p14:creationId xmlns:p14="http://schemas.microsoft.com/office/powerpoint/2010/main" val="279801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Cronograma de Atividades – Design Robô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graphicFrame>
        <p:nvGraphicFramePr>
          <p:cNvPr id="5" name="Espaço Reservado para Conteúdo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6654039"/>
              </p:ext>
            </p:extLst>
          </p:nvPr>
        </p:nvGraphicFramePr>
        <p:xfrm>
          <a:off x="6324600" y="1825625"/>
          <a:ext cx="5029200" cy="22891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Aula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Grupo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Grupo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Classe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Classe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Classe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5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Construção do Robô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1711BC-4227-4AD1-AAAE-7F4439364B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6E249F3-C8B5-46D0-BEA5-6DC44E3DEE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48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Design Robô – Fases da Construção</a:t>
            </a:r>
          </a:p>
        </p:txBody>
      </p:sp>
      <p:sp>
        <p:nvSpPr>
          <p:cNvPr id="5" name="Espaço Reservado para Conteúdo 3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pt-BR" dirty="0"/>
              <a:t>Primeiro marcador aqui</a:t>
            </a:r>
          </a:p>
          <a:p>
            <a:pPr rtl="0"/>
            <a:r>
              <a:rPr lang="pt-BR" dirty="0"/>
              <a:t>Segundo marcador aqui</a:t>
            </a:r>
          </a:p>
          <a:p>
            <a:pPr rtl="0"/>
            <a:r>
              <a:rPr lang="pt-BR" dirty="0"/>
              <a:t>Terceiro marcador aqui</a:t>
            </a:r>
          </a:p>
        </p:txBody>
      </p:sp>
      <p:graphicFrame>
        <p:nvGraphicFramePr>
          <p:cNvPr id="6" name="Espaço Reservado para Conteúdo 2" descr="Processo segmentado mostrando quatro etapas organizadas uma abaixo da outra, com três setas apontando para baixo para indicar a progressão da primeira etapa até a segunda, da segunda etapa até a terceira e da terceira etapa até a quarta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530189"/>
              </p:ext>
            </p:extLst>
          </p:nvPr>
        </p:nvGraphicFramePr>
        <p:xfrm>
          <a:off x="6324600" y="1825625"/>
          <a:ext cx="5029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602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Problemas do Carrinho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graphicFrame>
        <p:nvGraphicFramePr>
          <p:cNvPr id="5" name="Espaço Reservado para Conteúdo 3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6324600" y="1825625"/>
          <a:ext cx="5029200" cy="22891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Aula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Grupo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Grupo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Classe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Classe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Classe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4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Manual de Montagem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dirty="0"/>
              <a:t>Equipe Dragon </a:t>
            </a:r>
            <a:r>
              <a:rPr lang="pt-BR" dirty="0" err="1"/>
              <a:t>Bots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79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Carrinho e Ferramentas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7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Estratégia para as Provas</a:t>
            </a:r>
          </a:p>
        </p:txBody>
      </p:sp>
    </p:spTree>
    <p:extLst>
      <p:ext uri="{BB962C8B-B14F-4D97-AF65-F5344CB8AC3E}">
        <p14:creationId xmlns:p14="http://schemas.microsoft.com/office/powerpoint/2010/main" val="34405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B737A-D1CD-483E-A7E1-C24101C6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 Base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A4FAEB-F17E-4717-94CA-5D42F659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43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3350" dirty="0"/>
              <a:t>Registros </a:t>
            </a:r>
            <a:r>
              <a:rPr lang="pt-BR" sz="3350"/>
              <a:t>dos Treinos</a:t>
            </a:r>
            <a:endParaRPr lang="pt-BR" sz="3350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/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9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 sz="3350" dirty="0"/>
              <a:t>Melhorias Necessárias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43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SBOÇO DA CIDADE 16 X 9">
  <a:themeElements>
    <a:clrScheme name="Amare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 shaper" id="{2DA9BD3E-FAA0-4734-932E-7FE5BA6B2400}" vid="{4631724A-D56B-48E0-B975-14BFD463E3A9}"/>
    </a:ext>
  </a:extLst>
</a:theme>
</file>

<file path=ppt/theme/theme2.xml><?xml version="1.0" encoding="utf-8"?>
<a:theme xmlns:a="http://schemas.openxmlformats.org/drawingml/2006/main" name="Tema do Offic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city shaper</Template>
  <TotalTime>7</TotalTime>
  <Words>150</Words>
  <Application>Microsoft Office PowerPoint</Application>
  <PresentationFormat>Widescreen</PresentationFormat>
  <Paragraphs>65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Century Schoolbook</vt:lpstr>
      <vt:lpstr>ESBOÇO DA CIDADE 16 X 9</vt:lpstr>
      <vt:lpstr>City Shaper – Regional Rio de Janeiro/2020</vt:lpstr>
      <vt:lpstr>Minha Equipe </vt:lpstr>
      <vt:lpstr>Sumário</vt:lpstr>
      <vt:lpstr>Cronograma de Atividades – Design Robô</vt:lpstr>
      <vt:lpstr>Construção do Robô</vt:lpstr>
      <vt:lpstr>Design Robô – Fases da Construção</vt:lpstr>
      <vt:lpstr>Problemas do Carrinho</vt:lpstr>
      <vt:lpstr>Manual de Montagem</vt:lpstr>
      <vt:lpstr>Carrinho e Ferramentas</vt:lpstr>
      <vt:lpstr>Estratégia para as Provas</vt:lpstr>
      <vt:lpstr>Linha Base de Programação</vt:lpstr>
      <vt:lpstr>Registros dos Treinos</vt:lpstr>
      <vt:lpstr>Melhorias Necessárias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Shaper – Regional Rio de Janeiro/2020</dc:title>
  <dc:creator>Priscila Bento</dc:creator>
  <cp:lastModifiedBy>Priscila Bento</cp:lastModifiedBy>
  <cp:revision>1</cp:revision>
  <dcterms:created xsi:type="dcterms:W3CDTF">2019-12-11T10:49:11Z</dcterms:created>
  <dcterms:modified xsi:type="dcterms:W3CDTF">2019-12-11T10:56:56Z</dcterms:modified>
</cp:coreProperties>
</file>